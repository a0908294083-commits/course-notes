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3"/>
  </p:handoutMasterIdLst>
  <p:sldIdLst>
    <p:sldId id="761" r:id="rId3"/>
    <p:sldId id="1532" r:id="rId4"/>
    <p:sldId id="365" r:id="rId6"/>
    <p:sldId id="1542" r:id="rId7"/>
    <p:sldId id="1538" r:id="rId8"/>
    <p:sldId id="1541" r:id="rId9"/>
    <p:sldId id="364" r:id="rId10"/>
    <p:sldId id="1543" r:id="rId11"/>
    <p:sldId id="1544" r:id="rId12"/>
  </p:sldIdLst>
  <p:sldSz cx="12192000" cy="6858000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A40000"/>
    <a:srgbClr val="E6AF00"/>
    <a:srgbClr val="318AAD"/>
    <a:srgbClr val="3699C0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3500" autoAdjust="0"/>
  </p:normalViewPr>
  <p:slideViewPr>
    <p:cSldViewPr showGuides="1">
      <p:cViewPr varScale="1">
        <p:scale>
          <a:sx n="64" d="100"/>
          <a:sy n="64" d="100"/>
        </p:scale>
        <p:origin x="680" y="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48" d="100"/>
          <a:sy n="48" d="100"/>
        </p:scale>
        <p:origin x="2684" y="5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F554D3-A04A-452B-A563-AA1A3B149170}" type="doc">
      <dgm:prSet loTypeId="urn:microsoft.com/office/officeart/2005/8/layout/radial1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6965541E-3DB5-4BD6-9FB4-4BB6AA013175}">
      <dgm:prSet phldrT="[文本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b="1" dirty="0"/>
            <a:t>统计学</a:t>
          </a:r>
        </a:p>
      </dgm:t>
    </dgm:pt>
    <dgm:pt modelId="{5706EC80-C1E1-42D9-85A8-C83E29798C75}" cxnId="{06C9B75E-4785-41B4-80AE-EEBCF060E926}" type="parTrans">
      <dgm:prSet/>
      <dgm:spPr/>
      <dgm:t>
        <a:bodyPr/>
        <a:lstStyle/>
        <a:p>
          <a:endParaRPr lang="zh-CN" altLang="en-US" b="1"/>
        </a:p>
      </dgm:t>
    </dgm:pt>
    <dgm:pt modelId="{EEFDE313-E3A7-4B3B-8362-68F7D048D880}" cxnId="{06C9B75E-4785-41B4-80AE-EEBCF060E926}" type="sibTrans">
      <dgm:prSet/>
      <dgm:spPr/>
      <dgm:t>
        <a:bodyPr/>
        <a:lstStyle/>
        <a:p>
          <a:endParaRPr lang="zh-CN" altLang="en-US" b="1"/>
        </a:p>
      </dgm:t>
    </dgm:pt>
    <dgm:pt modelId="{60CACD36-4D42-4613-9788-E0976AD554B2}">
      <dgm:prSet phldrT="[文本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b="1" dirty="0"/>
            <a:t>企业发展战略</a:t>
          </a:r>
        </a:p>
      </dgm:t>
    </dgm:pt>
    <dgm:pt modelId="{51036E86-8A7D-48ED-892A-E6EE528A1DE0}" cxnId="{05AC1F5B-5993-4E12-8F11-70422EFB6FBD}" type="parTrans">
      <dgm:prSet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b="1"/>
        </a:p>
      </dgm:t>
    </dgm:pt>
    <dgm:pt modelId="{42871FA4-A3BA-47E2-8E70-865C9E5F7885}" cxnId="{05AC1F5B-5993-4E12-8F11-70422EFB6FBD}" type="sibTrans">
      <dgm:prSet/>
      <dgm:spPr/>
      <dgm:t>
        <a:bodyPr/>
        <a:lstStyle/>
        <a:p>
          <a:endParaRPr lang="zh-CN" altLang="en-US" b="1"/>
        </a:p>
      </dgm:t>
    </dgm:pt>
    <dgm:pt modelId="{0FF1B89E-F073-4FDF-B3B8-FCDA18AC6CB4}">
      <dgm:prSet phldrT="[文本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b="1" dirty="0"/>
            <a:t>质量管理</a:t>
          </a:r>
        </a:p>
      </dgm:t>
    </dgm:pt>
    <dgm:pt modelId="{1B4868D9-6D83-4C18-9DD2-6AAD7168BE61}" cxnId="{B041BC99-41B4-432E-A23B-2D7C78FF49E9}" type="parTrans">
      <dgm:prSet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b="1"/>
        </a:p>
      </dgm:t>
    </dgm:pt>
    <dgm:pt modelId="{4ECF2AFF-4A9B-49C7-947F-94F7EFD1A761}" cxnId="{B041BC99-41B4-432E-A23B-2D7C78FF49E9}" type="sibTrans">
      <dgm:prSet/>
      <dgm:spPr/>
      <dgm:t>
        <a:bodyPr/>
        <a:lstStyle/>
        <a:p>
          <a:endParaRPr lang="zh-CN" altLang="en-US" b="1"/>
        </a:p>
      </dgm:t>
    </dgm:pt>
    <dgm:pt modelId="{929FAAD3-A5E6-40F5-A376-76CCF633B8E2}">
      <dgm:prSet phldrT="[文本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b="1" dirty="0"/>
            <a:t>市场研究</a:t>
          </a:r>
        </a:p>
      </dgm:t>
    </dgm:pt>
    <dgm:pt modelId="{7ED2DC79-3246-4725-ACF2-5E4BAEEF0D2C}" cxnId="{D80746D3-7AEA-47BC-8733-B83FB88FFB38}" type="parTrans">
      <dgm:prSet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b="1"/>
        </a:p>
      </dgm:t>
    </dgm:pt>
    <dgm:pt modelId="{A7C1F402-ED51-47FA-B4F0-6223E0B7B987}" cxnId="{D80746D3-7AEA-47BC-8733-B83FB88FFB38}" type="sibTrans">
      <dgm:prSet/>
      <dgm:spPr/>
      <dgm:t>
        <a:bodyPr/>
        <a:lstStyle/>
        <a:p>
          <a:endParaRPr lang="zh-CN" altLang="en-US" b="1"/>
        </a:p>
      </dgm:t>
    </dgm:pt>
    <dgm:pt modelId="{0CA3644F-0A28-4B0C-835F-C2FC5B49D9D1}">
      <dgm:prSet phldrT="[文本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b="1" dirty="0"/>
            <a:t>财务分析</a:t>
          </a:r>
        </a:p>
      </dgm:t>
    </dgm:pt>
    <dgm:pt modelId="{DEAF6738-0040-48B1-93DB-C0C34089032E}" cxnId="{248E4358-D452-474E-AC17-8A32BA2B19C3}" type="parTrans">
      <dgm:prSet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b="1"/>
        </a:p>
      </dgm:t>
    </dgm:pt>
    <dgm:pt modelId="{CE3BF4CE-2AF1-47DE-9EA6-7C06CFCB3907}" cxnId="{248E4358-D452-474E-AC17-8A32BA2B19C3}" type="sibTrans">
      <dgm:prSet/>
      <dgm:spPr/>
      <dgm:t>
        <a:bodyPr/>
        <a:lstStyle/>
        <a:p>
          <a:endParaRPr lang="zh-CN" altLang="en-US" b="1"/>
        </a:p>
      </dgm:t>
    </dgm:pt>
    <dgm:pt modelId="{3994AF56-143E-49C2-916D-BAEA5C82B8F7}">
      <dgm:prSet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b="1" dirty="0"/>
            <a:t>经济预测</a:t>
          </a:r>
        </a:p>
      </dgm:t>
    </dgm:pt>
    <dgm:pt modelId="{2009655B-6EF3-4B54-9BB0-3EE4EB512038}" cxnId="{23A03070-29D5-4B0A-9D04-75EA8C5D03CE}" type="parTrans">
      <dgm:prSet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b="1"/>
        </a:p>
      </dgm:t>
    </dgm:pt>
    <dgm:pt modelId="{74EAB90D-952F-4048-AE57-4723B5B135DB}" cxnId="{23A03070-29D5-4B0A-9D04-75EA8C5D03CE}" type="sibTrans">
      <dgm:prSet/>
      <dgm:spPr/>
      <dgm:t>
        <a:bodyPr/>
        <a:lstStyle/>
        <a:p>
          <a:endParaRPr lang="zh-CN" altLang="en-US" b="1"/>
        </a:p>
      </dgm:t>
    </dgm:pt>
    <dgm:pt modelId="{6E204EC3-170F-4AAB-AE20-D75A825BDBBD}">
      <dgm:prSet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b="1" dirty="0"/>
            <a:t>人力资源管理</a:t>
          </a:r>
        </a:p>
      </dgm:t>
    </dgm:pt>
    <dgm:pt modelId="{B2640A54-31D9-477E-BA0E-5E2CE490557F}" cxnId="{1B939A9C-170A-49A3-BF4B-8A0669DBB6A4}" type="parTrans">
      <dgm:prSet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b="1"/>
        </a:p>
      </dgm:t>
    </dgm:pt>
    <dgm:pt modelId="{03ED6009-F92C-4030-B776-754EF89AE641}" cxnId="{1B939A9C-170A-49A3-BF4B-8A0669DBB6A4}" type="sibTrans">
      <dgm:prSet/>
      <dgm:spPr/>
      <dgm:t>
        <a:bodyPr/>
        <a:lstStyle/>
        <a:p>
          <a:endParaRPr lang="zh-CN" altLang="en-US" b="1"/>
        </a:p>
      </dgm:t>
    </dgm:pt>
    <dgm:pt modelId="{17704124-2843-4886-A13B-3A54971DC5EC}" type="pres">
      <dgm:prSet presAssocID="{4AF554D3-A04A-452B-A563-AA1A3B149170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223A56D-D674-4EFF-AB07-440A18B754A2}" type="pres">
      <dgm:prSet presAssocID="{6965541E-3DB5-4BD6-9FB4-4BB6AA013175}" presName="centerShape" presStyleLbl="node0" presStyleIdx="0" presStyleCnt="1"/>
      <dgm:spPr/>
    </dgm:pt>
    <dgm:pt modelId="{30ACE9EB-30A4-4A70-B9DB-145B171625F0}" type="pres">
      <dgm:prSet presAssocID="{51036E86-8A7D-48ED-892A-E6EE528A1DE0}" presName="Name9" presStyleLbl="parChTrans1D2" presStyleIdx="0" presStyleCnt="6"/>
      <dgm:spPr/>
    </dgm:pt>
    <dgm:pt modelId="{E8675058-1E28-462C-8E8E-1E715BFB168B}" type="pres">
      <dgm:prSet presAssocID="{51036E86-8A7D-48ED-892A-E6EE528A1DE0}" presName="connTx" presStyleLbl="parChTrans1D2" presStyleIdx="0" presStyleCnt="6"/>
      <dgm:spPr/>
    </dgm:pt>
    <dgm:pt modelId="{84A3EAC8-37DC-43B7-8AC5-F6C27B0980E1}" type="pres">
      <dgm:prSet presAssocID="{60CACD36-4D42-4613-9788-E0976AD554B2}" presName="node" presStyleLbl="node1" presStyleIdx="0" presStyleCnt="6">
        <dgm:presLayoutVars>
          <dgm:bulletEnabled val="1"/>
        </dgm:presLayoutVars>
      </dgm:prSet>
      <dgm:spPr/>
    </dgm:pt>
    <dgm:pt modelId="{57C15EEF-0D18-4D22-BCA6-D809D74BBD2C}" type="pres">
      <dgm:prSet presAssocID="{1B4868D9-6D83-4C18-9DD2-6AAD7168BE61}" presName="Name9" presStyleLbl="parChTrans1D2" presStyleIdx="1" presStyleCnt="6"/>
      <dgm:spPr/>
    </dgm:pt>
    <dgm:pt modelId="{A94197CD-3DDC-4A08-B8E8-890060572963}" type="pres">
      <dgm:prSet presAssocID="{1B4868D9-6D83-4C18-9DD2-6AAD7168BE61}" presName="connTx" presStyleLbl="parChTrans1D2" presStyleIdx="1" presStyleCnt="6"/>
      <dgm:spPr/>
    </dgm:pt>
    <dgm:pt modelId="{72B35C1E-5CED-43D4-A5BB-2A7F08AE9E06}" type="pres">
      <dgm:prSet presAssocID="{0FF1B89E-F073-4FDF-B3B8-FCDA18AC6CB4}" presName="node" presStyleLbl="node1" presStyleIdx="1" presStyleCnt="6">
        <dgm:presLayoutVars>
          <dgm:bulletEnabled val="1"/>
        </dgm:presLayoutVars>
      </dgm:prSet>
      <dgm:spPr/>
    </dgm:pt>
    <dgm:pt modelId="{DE844770-F531-4AAF-987D-8A631B7D19FB}" type="pres">
      <dgm:prSet presAssocID="{7ED2DC79-3246-4725-ACF2-5E4BAEEF0D2C}" presName="Name9" presStyleLbl="parChTrans1D2" presStyleIdx="2" presStyleCnt="6"/>
      <dgm:spPr/>
    </dgm:pt>
    <dgm:pt modelId="{D49084A6-45FA-4472-A4BE-F9DE8AABCDF1}" type="pres">
      <dgm:prSet presAssocID="{7ED2DC79-3246-4725-ACF2-5E4BAEEF0D2C}" presName="connTx" presStyleLbl="parChTrans1D2" presStyleIdx="2" presStyleCnt="6"/>
      <dgm:spPr/>
    </dgm:pt>
    <dgm:pt modelId="{AD3E733A-E8F6-4452-A025-5510C4C698CE}" type="pres">
      <dgm:prSet presAssocID="{929FAAD3-A5E6-40F5-A376-76CCF633B8E2}" presName="node" presStyleLbl="node1" presStyleIdx="2" presStyleCnt="6">
        <dgm:presLayoutVars>
          <dgm:bulletEnabled val="1"/>
        </dgm:presLayoutVars>
      </dgm:prSet>
      <dgm:spPr/>
    </dgm:pt>
    <dgm:pt modelId="{114F3D2C-6AAE-4831-9A5C-6619338A1B2C}" type="pres">
      <dgm:prSet presAssocID="{DEAF6738-0040-48B1-93DB-C0C34089032E}" presName="Name9" presStyleLbl="parChTrans1D2" presStyleIdx="3" presStyleCnt="6"/>
      <dgm:spPr/>
    </dgm:pt>
    <dgm:pt modelId="{58278A6E-2232-4B0B-AF84-2C6D02C0AC39}" type="pres">
      <dgm:prSet presAssocID="{DEAF6738-0040-48B1-93DB-C0C34089032E}" presName="connTx" presStyleLbl="parChTrans1D2" presStyleIdx="3" presStyleCnt="6"/>
      <dgm:spPr/>
    </dgm:pt>
    <dgm:pt modelId="{DA63A377-1F43-4031-A9AE-38ABBD972124}" type="pres">
      <dgm:prSet presAssocID="{0CA3644F-0A28-4B0C-835F-C2FC5B49D9D1}" presName="node" presStyleLbl="node1" presStyleIdx="3" presStyleCnt="6">
        <dgm:presLayoutVars>
          <dgm:bulletEnabled val="1"/>
        </dgm:presLayoutVars>
      </dgm:prSet>
      <dgm:spPr/>
    </dgm:pt>
    <dgm:pt modelId="{2B5CF064-340F-456D-8B9E-9DC25743FDE8}" type="pres">
      <dgm:prSet presAssocID="{2009655B-6EF3-4B54-9BB0-3EE4EB512038}" presName="Name9" presStyleLbl="parChTrans1D2" presStyleIdx="4" presStyleCnt="6"/>
      <dgm:spPr/>
    </dgm:pt>
    <dgm:pt modelId="{E8FF364B-08F2-4AA0-A6CB-B5657A629D27}" type="pres">
      <dgm:prSet presAssocID="{2009655B-6EF3-4B54-9BB0-3EE4EB512038}" presName="connTx" presStyleLbl="parChTrans1D2" presStyleIdx="4" presStyleCnt="6"/>
      <dgm:spPr/>
    </dgm:pt>
    <dgm:pt modelId="{368E233C-C7E8-47F8-B8F6-1E1932A4AABA}" type="pres">
      <dgm:prSet presAssocID="{3994AF56-143E-49C2-916D-BAEA5C82B8F7}" presName="node" presStyleLbl="node1" presStyleIdx="4" presStyleCnt="6">
        <dgm:presLayoutVars>
          <dgm:bulletEnabled val="1"/>
        </dgm:presLayoutVars>
      </dgm:prSet>
      <dgm:spPr/>
    </dgm:pt>
    <dgm:pt modelId="{943DD99D-183A-4940-9312-665E6663FD48}" type="pres">
      <dgm:prSet presAssocID="{B2640A54-31D9-477E-BA0E-5E2CE490557F}" presName="Name9" presStyleLbl="parChTrans1D2" presStyleIdx="5" presStyleCnt="6"/>
      <dgm:spPr/>
    </dgm:pt>
    <dgm:pt modelId="{11D92378-0FA7-4B4A-A030-3A106215AB53}" type="pres">
      <dgm:prSet presAssocID="{B2640A54-31D9-477E-BA0E-5E2CE490557F}" presName="connTx" presStyleLbl="parChTrans1D2" presStyleIdx="5" presStyleCnt="6"/>
      <dgm:spPr/>
    </dgm:pt>
    <dgm:pt modelId="{6080F633-6641-4B9C-AF99-D07811284EBA}" type="pres">
      <dgm:prSet presAssocID="{6E204EC3-170F-4AAB-AE20-D75A825BDBBD}" presName="node" presStyleLbl="node1" presStyleIdx="5" presStyleCnt="6">
        <dgm:presLayoutVars>
          <dgm:bulletEnabled val="1"/>
        </dgm:presLayoutVars>
      </dgm:prSet>
      <dgm:spPr/>
    </dgm:pt>
  </dgm:ptLst>
  <dgm:cxnLst>
    <dgm:cxn modelId="{646F1015-7354-49B1-A5A2-6EBBDC5E202B}" type="presOf" srcId="{2009655B-6EF3-4B54-9BB0-3EE4EB512038}" destId="{2B5CF064-340F-456D-8B9E-9DC25743FDE8}" srcOrd="0" destOrd="0" presId="urn:microsoft.com/office/officeart/2005/8/layout/radial1"/>
    <dgm:cxn modelId="{AE3FA215-1377-4ED3-A9BC-FD93DEC911E4}" type="presOf" srcId="{60CACD36-4D42-4613-9788-E0976AD554B2}" destId="{84A3EAC8-37DC-43B7-8AC5-F6C27B0980E1}" srcOrd="0" destOrd="0" presId="urn:microsoft.com/office/officeart/2005/8/layout/radial1"/>
    <dgm:cxn modelId="{20A2BD15-38C9-433A-A3C5-E51836F93DE1}" type="presOf" srcId="{51036E86-8A7D-48ED-892A-E6EE528A1DE0}" destId="{E8675058-1E28-462C-8E8E-1E715BFB168B}" srcOrd="1" destOrd="0" presId="urn:microsoft.com/office/officeart/2005/8/layout/radial1"/>
    <dgm:cxn modelId="{6E13611E-EDA4-41CC-9108-3B1AE47B499D}" type="presOf" srcId="{7ED2DC79-3246-4725-ACF2-5E4BAEEF0D2C}" destId="{D49084A6-45FA-4472-A4BE-F9DE8AABCDF1}" srcOrd="1" destOrd="0" presId="urn:microsoft.com/office/officeart/2005/8/layout/radial1"/>
    <dgm:cxn modelId="{E8912429-289D-4DA5-8C70-34A61EDF451C}" type="presOf" srcId="{DEAF6738-0040-48B1-93DB-C0C34089032E}" destId="{58278A6E-2232-4B0B-AF84-2C6D02C0AC39}" srcOrd="1" destOrd="0" presId="urn:microsoft.com/office/officeart/2005/8/layout/radial1"/>
    <dgm:cxn modelId="{A05E0B2D-010C-43FF-A152-9A7351C76271}" type="presOf" srcId="{3994AF56-143E-49C2-916D-BAEA5C82B8F7}" destId="{368E233C-C7E8-47F8-B8F6-1E1932A4AABA}" srcOrd="0" destOrd="0" presId="urn:microsoft.com/office/officeart/2005/8/layout/radial1"/>
    <dgm:cxn modelId="{28C4F52D-229A-48CC-BF1C-5FFB356328A9}" type="presOf" srcId="{1B4868D9-6D83-4C18-9DD2-6AAD7168BE61}" destId="{57C15EEF-0D18-4D22-BCA6-D809D74BBD2C}" srcOrd="0" destOrd="0" presId="urn:microsoft.com/office/officeart/2005/8/layout/radial1"/>
    <dgm:cxn modelId="{52895F30-4634-442A-9147-C2D02279E15B}" type="presOf" srcId="{7ED2DC79-3246-4725-ACF2-5E4BAEEF0D2C}" destId="{DE844770-F531-4AAF-987D-8A631B7D19FB}" srcOrd="0" destOrd="0" presId="urn:microsoft.com/office/officeart/2005/8/layout/radial1"/>
    <dgm:cxn modelId="{D7DA9932-0F04-4818-9ECB-DB1254423925}" type="presOf" srcId="{6965541E-3DB5-4BD6-9FB4-4BB6AA013175}" destId="{A223A56D-D674-4EFF-AB07-440A18B754A2}" srcOrd="0" destOrd="0" presId="urn:microsoft.com/office/officeart/2005/8/layout/radial1"/>
    <dgm:cxn modelId="{05AC1F5B-5993-4E12-8F11-70422EFB6FBD}" srcId="{6965541E-3DB5-4BD6-9FB4-4BB6AA013175}" destId="{60CACD36-4D42-4613-9788-E0976AD554B2}" srcOrd="0" destOrd="0" parTransId="{51036E86-8A7D-48ED-892A-E6EE528A1DE0}" sibTransId="{42871FA4-A3BA-47E2-8E70-865C9E5F7885}"/>
    <dgm:cxn modelId="{06C9B75E-4785-41B4-80AE-EEBCF060E926}" srcId="{4AF554D3-A04A-452B-A563-AA1A3B149170}" destId="{6965541E-3DB5-4BD6-9FB4-4BB6AA013175}" srcOrd="0" destOrd="0" parTransId="{5706EC80-C1E1-42D9-85A8-C83E29798C75}" sibTransId="{EEFDE313-E3A7-4B3B-8362-68F7D048D880}"/>
    <dgm:cxn modelId="{ED17C161-F22D-4A95-8AA9-E66BEC9F07DC}" type="presOf" srcId="{0FF1B89E-F073-4FDF-B3B8-FCDA18AC6CB4}" destId="{72B35C1E-5CED-43D4-A5BB-2A7F08AE9E06}" srcOrd="0" destOrd="0" presId="urn:microsoft.com/office/officeart/2005/8/layout/radial1"/>
    <dgm:cxn modelId="{0FE6D948-494D-428F-A4C2-E4D9FF7D27EF}" type="presOf" srcId="{51036E86-8A7D-48ED-892A-E6EE528A1DE0}" destId="{30ACE9EB-30A4-4A70-B9DB-145B171625F0}" srcOrd="0" destOrd="0" presId="urn:microsoft.com/office/officeart/2005/8/layout/radial1"/>
    <dgm:cxn modelId="{D4EF6B6D-0304-4001-B7A0-7857A35158C6}" type="presOf" srcId="{B2640A54-31D9-477E-BA0E-5E2CE490557F}" destId="{11D92378-0FA7-4B4A-A030-3A106215AB53}" srcOrd="1" destOrd="0" presId="urn:microsoft.com/office/officeart/2005/8/layout/radial1"/>
    <dgm:cxn modelId="{23A03070-29D5-4B0A-9D04-75EA8C5D03CE}" srcId="{6965541E-3DB5-4BD6-9FB4-4BB6AA013175}" destId="{3994AF56-143E-49C2-916D-BAEA5C82B8F7}" srcOrd="4" destOrd="0" parTransId="{2009655B-6EF3-4B54-9BB0-3EE4EB512038}" sibTransId="{74EAB90D-952F-4048-AE57-4723B5B135DB}"/>
    <dgm:cxn modelId="{248E4358-D452-474E-AC17-8A32BA2B19C3}" srcId="{6965541E-3DB5-4BD6-9FB4-4BB6AA013175}" destId="{0CA3644F-0A28-4B0C-835F-C2FC5B49D9D1}" srcOrd="3" destOrd="0" parTransId="{DEAF6738-0040-48B1-93DB-C0C34089032E}" sibTransId="{CE3BF4CE-2AF1-47DE-9EA6-7C06CFCB3907}"/>
    <dgm:cxn modelId="{F70BB199-A35B-41F5-857E-F1AAB327202A}" type="presOf" srcId="{0CA3644F-0A28-4B0C-835F-C2FC5B49D9D1}" destId="{DA63A377-1F43-4031-A9AE-38ABBD972124}" srcOrd="0" destOrd="0" presId="urn:microsoft.com/office/officeart/2005/8/layout/radial1"/>
    <dgm:cxn modelId="{B041BC99-41B4-432E-A23B-2D7C78FF49E9}" srcId="{6965541E-3DB5-4BD6-9FB4-4BB6AA013175}" destId="{0FF1B89E-F073-4FDF-B3B8-FCDA18AC6CB4}" srcOrd="1" destOrd="0" parTransId="{1B4868D9-6D83-4C18-9DD2-6AAD7168BE61}" sibTransId="{4ECF2AFF-4A9B-49C7-947F-94F7EFD1A761}"/>
    <dgm:cxn modelId="{1B939A9C-170A-49A3-BF4B-8A0669DBB6A4}" srcId="{6965541E-3DB5-4BD6-9FB4-4BB6AA013175}" destId="{6E204EC3-170F-4AAB-AE20-D75A825BDBBD}" srcOrd="5" destOrd="0" parTransId="{B2640A54-31D9-477E-BA0E-5E2CE490557F}" sibTransId="{03ED6009-F92C-4030-B776-754EF89AE641}"/>
    <dgm:cxn modelId="{F33886A4-5887-4F15-8F86-88FFFD8B8672}" type="presOf" srcId="{DEAF6738-0040-48B1-93DB-C0C34089032E}" destId="{114F3D2C-6AAE-4831-9A5C-6619338A1B2C}" srcOrd="0" destOrd="0" presId="urn:microsoft.com/office/officeart/2005/8/layout/radial1"/>
    <dgm:cxn modelId="{CE87A7B2-B73A-4501-A42D-A83E7E22CB1A}" type="presOf" srcId="{6E204EC3-170F-4AAB-AE20-D75A825BDBBD}" destId="{6080F633-6641-4B9C-AF99-D07811284EBA}" srcOrd="0" destOrd="0" presId="urn:microsoft.com/office/officeart/2005/8/layout/radial1"/>
    <dgm:cxn modelId="{3A9D3CBF-168E-4B67-984F-12507FEA8FD1}" type="presOf" srcId="{B2640A54-31D9-477E-BA0E-5E2CE490557F}" destId="{943DD99D-183A-4940-9312-665E6663FD48}" srcOrd="0" destOrd="0" presId="urn:microsoft.com/office/officeart/2005/8/layout/radial1"/>
    <dgm:cxn modelId="{D80746D3-7AEA-47BC-8733-B83FB88FFB38}" srcId="{6965541E-3DB5-4BD6-9FB4-4BB6AA013175}" destId="{929FAAD3-A5E6-40F5-A376-76CCF633B8E2}" srcOrd="2" destOrd="0" parTransId="{7ED2DC79-3246-4725-ACF2-5E4BAEEF0D2C}" sibTransId="{A7C1F402-ED51-47FA-B4F0-6223E0B7B987}"/>
    <dgm:cxn modelId="{A7F4B1DF-543A-44A0-A6E2-BB7CE47C9037}" type="presOf" srcId="{929FAAD3-A5E6-40F5-A376-76CCF633B8E2}" destId="{AD3E733A-E8F6-4452-A025-5510C4C698CE}" srcOrd="0" destOrd="0" presId="urn:microsoft.com/office/officeart/2005/8/layout/radial1"/>
    <dgm:cxn modelId="{41634CE8-6753-47E9-B36C-157B9413907C}" type="presOf" srcId="{2009655B-6EF3-4B54-9BB0-3EE4EB512038}" destId="{E8FF364B-08F2-4AA0-A6CB-B5657A629D27}" srcOrd="1" destOrd="0" presId="urn:microsoft.com/office/officeart/2005/8/layout/radial1"/>
    <dgm:cxn modelId="{A0012CF8-ECDA-4678-86FE-A9D8001DDB97}" type="presOf" srcId="{4AF554D3-A04A-452B-A563-AA1A3B149170}" destId="{17704124-2843-4886-A13B-3A54971DC5EC}" srcOrd="0" destOrd="0" presId="urn:microsoft.com/office/officeart/2005/8/layout/radial1"/>
    <dgm:cxn modelId="{482EF6FC-D810-42DE-9EC5-ABDA3B667439}" type="presOf" srcId="{1B4868D9-6D83-4C18-9DD2-6AAD7168BE61}" destId="{A94197CD-3DDC-4A08-B8E8-890060572963}" srcOrd="1" destOrd="0" presId="urn:microsoft.com/office/officeart/2005/8/layout/radial1"/>
    <dgm:cxn modelId="{96F3E50B-0C90-4726-8C2D-3D65E2E6CE68}" type="presParOf" srcId="{17704124-2843-4886-A13B-3A54971DC5EC}" destId="{A223A56D-D674-4EFF-AB07-440A18B754A2}" srcOrd="0" destOrd="0" presId="urn:microsoft.com/office/officeart/2005/8/layout/radial1"/>
    <dgm:cxn modelId="{1440797D-9A6D-4292-8BB0-CBBA60A59606}" type="presParOf" srcId="{17704124-2843-4886-A13B-3A54971DC5EC}" destId="{30ACE9EB-30A4-4A70-B9DB-145B171625F0}" srcOrd="1" destOrd="0" presId="urn:microsoft.com/office/officeart/2005/8/layout/radial1"/>
    <dgm:cxn modelId="{0829984C-9F2C-454E-83A8-3BA3434DC81D}" type="presParOf" srcId="{30ACE9EB-30A4-4A70-B9DB-145B171625F0}" destId="{E8675058-1E28-462C-8E8E-1E715BFB168B}" srcOrd="0" destOrd="0" presId="urn:microsoft.com/office/officeart/2005/8/layout/radial1"/>
    <dgm:cxn modelId="{090362A3-B4F3-4A6C-AB19-6E8C114C34FD}" type="presParOf" srcId="{17704124-2843-4886-A13B-3A54971DC5EC}" destId="{84A3EAC8-37DC-43B7-8AC5-F6C27B0980E1}" srcOrd="2" destOrd="0" presId="urn:microsoft.com/office/officeart/2005/8/layout/radial1"/>
    <dgm:cxn modelId="{E29C80DA-FD09-498E-8F1A-94D32A73E6B5}" type="presParOf" srcId="{17704124-2843-4886-A13B-3A54971DC5EC}" destId="{57C15EEF-0D18-4D22-BCA6-D809D74BBD2C}" srcOrd="3" destOrd="0" presId="urn:microsoft.com/office/officeart/2005/8/layout/radial1"/>
    <dgm:cxn modelId="{B99B930C-1BAF-4585-83EC-EC6421ABA418}" type="presParOf" srcId="{57C15EEF-0D18-4D22-BCA6-D809D74BBD2C}" destId="{A94197CD-3DDC-4A08-B8E8-890060572963}" srcOrd="0" destOrd="0" presId="urn:microsoft.com/office/officeart/2005/8/layout/radial1"/>
    <dgm:cxn modelId="{F9AA8B64-D60E-4D8A-8820-6645583C13BA}" type="presParOf" srcId="{17704124-2843-4886-A13B-3A54971DC5EC}" destId="{72B35C1E-5CED-43D4-A5BB-2A7F08AE9E06}" srcOrd="4" destOrd="0" presId="urn:microsoft.com/office/officeart/2005/8/layout/radial1"/>
    <dgm:cxn modelId="{D5A11DFF-8156-4FE5-AD0F-FB1336DCEF5B}" type="presParOf" srcId="{17704124-2843-4886-A13B-3A54971DC5EC}" destId="{DE844770-F531-4AAF-987D-8A631B7D19FB}" srcOrd="5" destOrd="0" presId="urn:microsoft.com/office/officeart/2005/8/layout/radial1"/>
    <dgm:cxn modelId="{FD5D70FA-CB1E-45B9-BC1F-142061CBA928}" type="presParOf" srcId="{DE844770-F531-4AAF-987D-8A631B7D19FB}" destId="{D49084A6-45FA-4472-A4BE-F9DE8AABCDF1}" srcOrd="0" destOrd="0" presId="urn:microsoft.com/office/officeart/2005/8/layout/radial1"/>
    <dgm:cxn modelId="{9DC2CFF1-C718-41B3-9349-CC03060F154F}" type="presParOf" srcId="{17704124-2843-4886-A13B-3A54971DC5EC}" destId="{AD3E733A-E8F6-4452-A025-5510C4C698CE}" srcOrd="6" destOrd="0" presId="urn:microsoft.com/office/officeart/2005/8/layout/radial1"/>
    <dgm:cxn modelId="{A60E7C08-E177-4B0F-9CF0-ADDCF44FF9EA}" type="presParOf" srcId="{17704124-2843-4886-A13B-3A54971DC5EC}" destId="{114F3D2C-6AAE-4831-9A5C-6619338A1B2C}" srcOrd="7" destOrd="0" presId="urn:microsoft.com/office/officeart/2005/8/layout/radial1"/>
    <dgm:cxn modelId="{1842DEC2-B0A9-4C68-9A8E-47D0CC126F7F}" type="presParOf" srcId="{114F3D2C-6AAE-4831-9A5C-6619338A1B2C}" destId="{58278A6E-2232-4B0B-AF84-2C6D02C0AC39}" srcOrd="0" destOrd="0" presId="urn:microsoft.com/office/officeart/2005/8/layout/radial1"/>
    <dgm:cxn modelId="{4ECFA88B-FCB4-4D3F-A82F-AC8CE4423B4F}" type="presParOf" srcId="{17704124-2843-4886-A13B-3A54971DC5EC}" destId="{DA63A377-1F43-4031-A9AE-38ABBD972124}" srcOrd="8" destOrd="0" presId="urn:microsoft.com/office/officeart/2005/8/layout/radial1"/>
    <dgm:cxn modelId="{78CDD473-E4CD-442F-B191-72692BD76D5A}" type="presParOf" srcId="{17704124-2843-4886-A13B-3A54971DC5EC}" destId="{2B5CF064-340F-456D-8B9E-9DC25743FDE8}" srcOrd="9" destOrd="0" presId="urn:microsoft.com/office/officeart/2005/8/layout/radial1"/>
    <dgm:cxn modelId="{5CEA5CF1-8014-4433-97D4-FF0B909557E7}" type="presParOf" srcId="{2B5CF064-340F-456D-8B9E-9DC25743FDE8}" destId="{E8FF364B-08F2-4AA0-A6CB-B5657A629D27}" srcOrd="0" destOrd="0" presId="urn:microsoft.com/office/officeart/2005/8/layout/radial1"/>
    <dgm:cxn modelId="{323ED836-E252-44A3-A331-1864D48F55CC}" type="presParOf" srcId="{17704124-2843-4886-A13B-3A54971DC5EC}" destId="{368E233C-C7E8-47F8-B8F6-1E1932A4AABA}" srcOrd="10" destOrd="0" presId="urn:microsoft.com/office/officeart/2005/8/layout/radial1"/>
    <dgm:cxn modelId="{5A88B6CB-0223-4C25-8991-DD8ADF3A68A1}" type="presParOf" srcId="{17704124-2843-4886-A13B-3A54971DC5EC}" destId="{943DD99D-183A-4940-9312-665E6663FD48}" srcOrd="11" destOrd="0" presId="urn:microsoft.com/office/officeart/2005/8/layout/radial1"/>
    <dgm:cxn modelId="{CC890DC8-0380-451E-8AEA-B865B84E3291}" type="presParOf" srcId="{943DD99D-183A-4940-9312-665E6663FD48}" destId="{11D92378-0FA7-4B4A-A030-3A106215AB53}" srcOrd="0" destOrd="0" presId="urn:microsoft.com/office/officeart/2005/8/layout/radial1"/>
    <dgm:cxn modelId="{A55D330C-F5A9-41B2-93A6-7337C4C4F0B2}" type="presParOf" srcId="{17704124-2843-4886-A13B-3A54971DC5EC}" destId="{6080F633-6641-4B9C-AF99-D07811284EBA}" srcOrd="12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AFAE0B-D1C4-48B8-B6C3-98BB51186387}" type="doc">
      <dgm:prSet loTypeId="urn:microsoft.com/office/officeart/2005/8/layout/hierarchy2" loCatId="hierarchy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D106AD85-3790-45BC-B747-16C105676E16}">
      <dgm:prSet phldrT="[文本]" custT="1"/>
      <dgm:spPr/>
      <dgm:t>
        <a:bodyPr/>
        <a:lstStyle/>
        <a:p>
          <a:r>
            <a:rPr lang="zh-CN" altLang="en-US" sz="1600" b="1"/>
            <a:t>数据的类型</a:t>
          </a:r>
        </a:p>
      </dgm:t>
    </dgm:pt>
    <dgm:pt modelId="{0348BB33-ABF4-4CF7-A06B-64DC980A8221}" cxnId="{8F3A1899-DC45-49A7-98D0-60412906B0E3}" type="parTrans">
      <dgm:prSet/>
      <dgm:spPr/>
      <dgm:t>
        <a:bodyPr/>
        <a:lstStyle/>
        <a:p>
          <a:endParaRPr lang="zh-CN" altLang="en-US" sz="1600" b="1"/>
        </a:p>
      </dgm:t>
    </dgm:pt>
    <dgm:pt modelId="{E9B009A5-35A9-42B0-B9EC-90C330F171BE}" cxnId="{8F3A1899-DC45-49A7-98D0-60412906B0E3}" type="sibTrans">
      <dgm:prSet/>
      <dgm:spPr/>
      <dgm:t>
        <a:bodyPr/>
        <a:lstStyle/>
        <a:p>
          <a:endParaRPr lang="zh-CN" altLang="en-US" sz="1600" b="1"/>
        </a:p>
      </dgm:t>
    </dgm:pt>
    <dgm:pt modelId="{8FB1F4EB-2C25-493D-8E3A-966FEEB263F4}">
      <dgm:prSet phldrT="[文本]" custT="1"/>
      <dgm:spPr/>
      <dgm:t>
        <a:bodyPr/>
        <a:lstStyle/>
        <a:p>
          <a:r>
            <a:rPr lang="zh-CN" altLang="en-US" sz="1600" b="1"/>
            <a:t>按计量尺度</a:t>
          </a:r>
        </a:p>
      </dgm:t>
    </dgm:pt>
    <dgm:pt modelId="{9A13DF27-6498-42C8-8729-32C6C74F1A2F}" cxnId="{0FD653F8-8685-46F2-B90A-F912EE509DC6}" type="parTrans">
      <dgm:prSet custT="1"/>
      <dgm:spPr/>
      <dgm:t>
        <a:bodyPr/>
        <a:lstStyle/>
        <a:p>
          <a:endParaRPr lang="zh-CN" altLang="en-US" sz="1600" b="1"/>
        </a:p>
      </dgm:t>
    </dgm:pt>
    <dgm:pt modelId="{2BF7F167-0D9C-4C81-8D01-72C68852AB45}" cxnId="{0FD653F8-8685-46F2-B90A-F912EE509DC6}" type="sibTrans">
      <dgm:prSet/>
      <dgm:spPr/>
      <dgm:t>
        <a:bodyPr/>
        <a:lstStyle/>
        <a:p>
          <a:endParaRPr lang="zh-CN" altLang="en-US" sz="1600" b="1"/>
        </a:p>
      </dgm:t>
    </dgm:pt>
    <dgm:pt modelId="{A05753D3-09CB-4758-80BE-3F907C4ED059}">
      <dgm:prSet phldrT="[文本]" custT="1"/>
      <dgm:spPr/>
      <dgm:t>
        <a:bodyPr/>
        <a:lstStyle/>
        <a:p>
          <a:r>
            <a:rPr lang="zh-CN" altLang="en-US" sz="1600" b="1" dirty="0">
              <a:solidFill>
                <a:schemeClr val="bg1"/>
              </a:solidFill>
            </a:rPr>
            <a:t>类别数据</a:t>
          </a:r>
        </a:p>
      </dgm:t>
    </dgm:pt>
    <dgm:pt modelId="{AD917706-07EB-423E-AA74-93FB1340F894}" cxnId="{4D004EA2-441E-453D-BF1D-F2000AAAEE44}" type="parTrans">
      <dgm:prSet custT="1"/>
      <dgm:spPr/>
      <dgm:t>
        <a:bodyPr/>
        <a:lstStyle/>
        <a:p>
          <a:endParaRPr lang="zh-CN" altLang="en-US" sz="1600" b="1"/>
        </a:p>
      </dgm:t>
    </dgm:pt>
    <dgm:pt modelId="{EE064289-AB02-4649-9FBB-C67955BF3509}" cxnId="{4D004EA2-441E-453D-BF1D-F2000AAAEE44}" type="sibTrans">
      <dgm:prSet/>
      <dgm:spPr/>
      <dgm:t>
        <a:bodyPr/>
        <a:lstStyle/>
        <a:p>
          <a:endParaRPr lang="zh-CN" altLang="en-US" sz="1600" b="1"/>
        </a:p>
      </dgm:t>
    </dgm:pt>
    <dgm:pt modelId="{B7739F46-0365-4545-A8C5-3F83EB0A0CAE}">
      <dgm:prSet phldrT="[文本]" custT="1"/>
      <dgm:spPr/>
      <dgm:t>
        <a:bodyPr/>
        <a:lstStyle/>
        <a:p>
          <a:r>
            <a:rPr lang="zh-CN" altLang="en-US" sz="1600" b="1">
              <a:solidFill>
                <a:schemeClr val="bg1"/>
              </a:solidFill>
            </a:rPr>
            <a:t>数值数据</a:t>
          </a:r>
        </a:p>
      </dgm:t>
    </dgm:pt>
    <dgm:pt modelId="{2AE3171E-424A-405B-9A62-DCBE181BCCD1}" cxnId="{973483F2-4B8D-4879-A63B-62E3509D0B40}" type="parTrans">
      <dgm:prSet custT="1"/>
      <dgm:spPr/>
      <dgm:t>
        <a:bodyPr/>
        <a:lstStyle/>
        <a:p>
          <a:endParaRPr lang="zh-CN" altLang="en-US" sz="1600" b="1"/>
        </a:p>
      </dgm:t>
    </dgm:pt>
    <dgm:pt modelId="{C5202983-D352-412B-96D9-1668C7D1EB11}" cxnId="{973483F2-4B8D-4879-A63B-62E3509D0B40}" type="sibTrans">
      <dgm:prSet/>
      <dgm:spPr/>
      <dgm:t>
        <a:bodyPr/>
        <a:lstStyle/>
        <a:p>
          <a:endParaRPr lang="zh-CN" altLang="en-US" sz="1600" b="1"/>
        </a:p>
      </dgm:t>
    </dgm:pt>
    <dgm:pt modelId="{FDB9D4DC-A0BE-4D3B-A326-9E5E5AB914C0}">
      <dgm:prSet phldrT="[文本]" custT="1"/>
      <dgm:spPr/>
      <dgm:t>
        <a:bodyPr/>
        <a:lstStyle/>
        <a:p>
          <a:r>
            <a:rPr lang="zh-CN" altLang="en-US" sz="1600" b="1"/>
            <a:t>按收集方法</a:t>
          </a:r>
        </a:p>
      </dgm:t>
    </dgm:pt>
    <dgm:pt modelId="{2FCCA868-338F-4E4B-8625-DA3B3CA8B726}" cxnId="{CD31496A-3487-47EA-B48E-D8862143023D}" type="parTrans">
      <dgm:prSet custT="1"/>
      <dgm:spPr/>
      <dgm:t>
        <a:bodyPr/>
        <a:lstStyle/>
        <a:p>
          <a:endParaRPr lang="zh-CN" altLang="en-US" sz="1600" b="1"/>
        </a:p>
      </dgm:t>
    </dgm:pt>
    <dgm:pt modelId="{E32E8A66-2152-4487-9528-0775D1A1D8D9}" cxnId="{CD31496A-3487-47EA-B48E-D8862143023D}" type="sibTrans">
      <dgm:prSet/>
      <dgm:spPr/>
      <dgm:t>
        <a:bodyPr/>
        <a:lstStyle/>
        <a:p>
          <a:endParaRPr lang="zh-CN" altLang="en-US" sz="1600" b="1"/>
        </a:p>
      </dgm:t>
    </dgm:pt>
    <dgm:pt modelId="{EB0EEF03-08EB-4AEB-A1D2-3477E1D287E8}">
      <dgm:prSet phldrT="[文本]" custT="1"/>
      <dgm:spPr/>
      <dgm:t>
        <a:bodyPr/>
        <a:lstStyle/>
        <a:p>
          <a:r>
            <a:rPr lang="zh-CN" altLang="en-US" sz="1600" b="1">
              <a:solidFill>
                <a:schemeClr val="bg1"/>
              </a:solidFill>
            </a:rPr>
            <a:t>观测数据</a:t>
          </a:r>
        </a:p>
      </dgm:t>
    </dgm:pt>
    <dgm:pt modelId="{6AB9FAD0-FE54-4783-8298-5AB683C26AE9}" cxnId="{B9A8B25A-BFE2-4143-B008-1CDA753410A8}" type="parTrans">
      <dgm:prSet custT="1"/>
      <dgm:spPr/>
      <dgm:t>
        <a:bodyPr/>
        <a:lstStyle/>
        <a:p>
          <a:endParaRPr lang="zh-CN" altLang="en-US" sz="1600" b="1"/>
        </a:p>
      </dgm:t>
    </dgm:pt>
    <dgm:pt modelId="{CE6FEF40-0D68-4612-BF82-ACE9B571BF48}" cxnId="{B9A8B25A-BFE2-4143-B008-1CDA753410A8}" type="sibTrans">
      <dgm:prSet/>
      <dgm:spPr/>
      <dgm:t>
        <a:bodyPr/>
        <a:lstStyle/>
        <a:p>
          <a:endParaRPr lang="zh-CN" altLang="en-US" sz="1600" b="1"/>
        </a:p>
      </dgm:t>
    </dgm:pt>
    <dgm:pt modelId="{B54A6BE7-69BA-40FB-8B6D-F900345D9A5D}">
      <dgm:prSet custT="1"/>
      <dgm:spPr/>
      <dgm:t>
        <a:bodyPr/>
        <a:lstStyle/>
        <a:p>
          <a:r>
            <a:rPr lang="zh-CN" altLang="en-US" sz="1600" b="1"/>
            <a:t>按时间状况</a:t>
          </a:r>
        </a:p>
      </dgm:t>
    </dgm:pt>
    <dgm:pt modelId="{5D56C84E-E837-42F7-97A0-6C8DE7ACF772}" cxnId="{FC10BE64-6D80-409B-8093-56D7829C84F5}" type="parTrans">
      <dgm:prSet custT="1"/>
      <dgm:spPr/>
      <dgm:t>
        <a:bodyPr/>
        <a:lstStyle/>
        <a:p>
          <a:endParaRPr lang="zh-CN" altLang="en-US" sz="1600" b="1"/>
        </a:p>
      </dgm:t>
    </dgm:pt>
    <dgm:pt modelId="{DDB51250-214C-4B3B-87AB-5D35490E8F95}" cxnId="{FC10BE64-6D80-409B-8093-56D7829C84F5}" type="sibTrans">
      <dgm:prSet/>
      <dgm:spPr/>
      <dgm:t>
        <a:bodyPr/>
        <a:lstStyle/>
        <a:p>
          <a:endParaRPr lang="zh-CN" altLang="en-US" sz="1600" b="1"/>
        </a:p>
      </dgm:t>
    </dgm:pt>
    <dgm:pt modelId="{F05A34B5-11BD-4BF7-AC1D-223835029C62}">
      <dgm:prSet custT="1"/>
      <dgm:spPr/>
      <dgm:t>
        <a:bodyPr/>
        <a:lstStyle/>
        <a:p>
          <a:r>
            <a:rPr lang="zh-CN" altLang="en-US" sz="1600" b="1">
              <a:solidFill>
                <a:schemeClr val="bg1"/>
              </a:solidFill>
            </a:rPr>
            <a:t>实验数据</a:t>
          </a:r>
        </a:p>
      </dgm:t>
    </dgm:pt>
    <dgm:pt modelId="{AEDF6C1C-95CA-453C-A81C-3875FF675229}" cxnId="{6674F5CE-4EB4-4815-B08F-83DBB704F451}" type="parTrans">
      <dgm:prSet custT="1"/>
      <dgm:spPr/>
      <dgm:t>
        <a:bodyPr/>
        <a:lstStyle/>
        <a:p>
          <a:endParaRPr lang="zh-CN" altLang="en-US" sz="1600" b="1"/>
        </a:p>
      </dgm:t>
    </dgm:pt>
    <dgm:pt modelId="{1B600065-7A34-4B12-82C8-834CC7C0E896}" cxnId="{6674F5CE-4EB4-4815-B08F-83DBB704F451}" type="sibTrans">
      <dgm:prSet/>
      <dgm:spPr/>
      <dgm:t>
        <a:bodyPr/>
        <a:lstStyle/>
        <a:p>
          <a:endParaRPr lang="zh-CN" altLang="en-US" sz="1600" b="1"/>
        </a:p>
      </dgm:t>
    </dgm:pt>
    <dgm:pt modelId="{94E021D0-7AA9-4378-A354-DDE3040B1CB5}">
      <dgm:prSet custT="1"/>
      <dgm:spPr/>
      <dgm:t>
        <a:bodyPr/>
        <a:lstStyle/>
        <a:p>
          <a:r>
            <a:rPr lang="zh-CN" altLang="en-US" sz="1600" b="1"/>
            <a:t>无序类别数据</a:t>
          </a:r>
        </a:p>
      </dgm:t>
    </dgm:pt>
    <dgm:pt modelId="{8D441506-007E-42D3-A146-87C65F051084}" cxnId="{4D0602B7-9C6B-4B1F-8697-BA21EE54F6B9}" type="parTrans">
      <dgm:prSet custT="1"/>
      <dgm:spPr/>
      <dgm:t>
        <a:bodyPr/>
        <a:lstStyle/>
        <a:p>
          <a:endParaRPr lang="zh-CN" altLang="en-US" sz="1600" b="1"/>
        </a:p>
      </dgm:t>
    </dgm:pt>
    <dgm:pt modelId="{27267B05-C67F-41A7-AF40-D452BC1364EE}" cxnId="{4D0602B7-9C6B-4B1F-8697-BA21EE54F6B9}" type="sibTrans">
      <dgm:prSet/>
      <dgm:spPr/>
      <dgm:t>
        <a:bodyPr/>
        <a:lstStyle/>
        <a:p>
          <a:endParaRPr lang="zh-CN" altLang="en-US" sz="1600" b="1"/>
        </a:p>
      </dgm:t>
    </dgm:pt>
    <dgm:pt modelId="{072DCCAC-8A3D-4846-AA4F-A03F82CD6FAF}">
      <dgm:prSet custT="1"/>
      <dgm:spPr/>
      <dgm:t>
        <a:bodyPr/>
        <a:lstStyle/>
        <a:p>
          <a:r>
            <a:rPr lang="zh-CN" altLang="en-US" sz="1600" b="1"/>
            <a:t>有序类别数据</a:t>
          </a:r>
        </a:p>
      </dgm:t>
    </dgm:pt>
    <dgm:pt modelId="{DA492DF7-B50C-405A-A99B-063447245776}" cxnId="{E78B56F8-70DA-4164-8ABF-3EA8A2CE7992}" type="parTrans">
      <dgm:prSet custT="1"/>
      <dgm:spPr/>
      <dgm:t>
        <a:bodyPr/>
        <a:lstStyle/>
        <a:p>
          <a:endParaRPr lang="zh-CN" altLang="en-US" sz="1600" b="1"/>
        </a:p>
      </dgm:t>
    </dgm:pt>
    <dgm:pt modelId="{F0022DB7-F793-4ED2-8E76-3B7463804A3F}" cxnId="{E78B56F8-70DA-4164-8ABF-3EA8A2CE7992}" type="sibTrans">
      <dgm:prSet/>
      <dgm:spPr/>
      <dgm:t>
        <a:bodyPr/>
        <a:lstStyle/>
        <a:p>
          <a:endParaRPr lang="zh-CN" altLang="en-US" sz="1600" b="1"/>
        </a:p>
      </dgm:t>
    </dgm:pt>
    <dgm:pt modelId="{24B3618F-FA44-4F64-91AE-06589BA7C6B1}">
      <dgm:prSet custT="1"/>
      <dgm:spPr/>
      <dgm:t>
        <a:bodyPr/>
        <a:lstStyle/>
        <a:p>
          <a:r>
            <a:rPr lang="zh-CN" altLang="en-US" sz="1600" b="1"/>
            <a:t>离散数据</a:t>
          </a:r>
        </a:p>
      </dgm:t>
    </dgm:pt>
    <dgm:pt modelId="{79A667DE-CC48-46BE-9B93-C2E74F028EF1}" cxnId="{86D35869-DEA6-421C-9A57-E1198AA2C0C3}" type="parTrans">
      <dgm:prSet custT="1"/>
      <dgm:spPr/>
      <dgm:t>
        <a:bodyPr/>
        <a:lstStyle/>
        <a:p>
          <a:endParaRPr lang="zh-CN" altLang="en-US" sz="1600" b="1"/>
        </a:p>
      </dgm:t>
    </dgm:pt>
    <dgm:pt modelId="{7DA4CF5B-AFCE-4BF6-80DA-57B5E4AE64DE}" cxnId="{86D35869-DEA6-421C-9A57-E1198AA2C0C3}" type="sibTrans">
      <dgm:prSet/>
      <dgm:spPr/>
      <dgm:t>
        <a:bodyPr/>
        <a:lstStyle/>
        <a:p>
          <a:endParaRPr lang="zh-CN" altLang="en-US" sz="1600" b="1"/>
        </a:p>
      </dgm:t>
    </dgm:pt>
    <dgm:pt modelId="{C16564AE-1987-4141-B254-AAB73EC86961}">
      <dgm:prSet custT="1"/>
      <dgm:spPr/>
      <dgm:t>
        <a:bodyPr/>
        <a:lstStyle/>
        <a:p>
          <a:r>
            <a:rPr lang="zh-CN" altLang="en-US" sz="1600" b="1"/>
            <a:t>连续数据</a:t>
          </a:r>
        </a:p>
      </dgm:t>
    </dgm:pt>
    <dgm:pt modelId="{B3AA90D7-EA13-412A-819D-C9DB5E7B3F5C}" cxnId="{A2359ABC-B35F-4F39-8704-B154AA55657E}" type="parTrans">
      <dgm:prSet custT="1"/>
      <dgm:spPr/>
      <dgm:t>
        <a:bodyPr/>
        <a:lstStyle/>
        <a:p>
          <a:endParaRPr lang="zh-CN" altLang="en-US" sz="1600" b="1"/>
        </a:p>
      </dgm:t>
    </dgm:pt>
    <dgm:pt modelId="{DF1B9AA8-C7A2-4712-AAA1-D5EEB39D83CE}" cxnId="{A2359ABC-B35F-4F39-8704-B154AA55657E}" type="sibTrans">
      <dgm:prSet/>
      <dgm:spPr/>
      <dgm:t>
        <a:bodyPr/>
        <a:lstStyle/>
        <a:p>
          <a:endParaRPr lang="zh-CN" altLang="en-US" sz="1600" b="1"/>
        </a:p>
      </dgm:t>
    </dgm:pt>
    <dgm:pt modelId="{9A59F330-CD5A-4923-8131-86E73A4664E6}">
      <dgm:prSet custT="1"/>
      <dgm:spPr/>
      <dgm:t>
        <a:bodyPr/>
        <a:lstStyle/>
        <a:p>
          <a:r>
            <a:rPr lang="zh-CN" altLang="en-US" sz="1600" b="1">
              <a:solidFill>
                <a:schemeClr val="bg1"/>
              </a:solidFill>
            </a:rPr>
            <a:t>界面数据</a:t>
          </a:r>
        </a:p>
      </dgm:t>
    </dgm:pt>
    <dgm:pt modelId="{672D3E9E-2140-4242-BD37-2256C3EA1F67}" cxnId="{02B2EB17-C003-4F92-A585-C88897AC2019}" type="parTrans">
      <dgm:prSet custT="1"/>
      <dgm:spPr/>
      <dgm:t>
        <a:bodyPr/>
        <a:lstStyle/>
        <a:p>
          <a:endParaRPr lang="zh-CN" altLang="en-US" sz="1600" b="1"/>
        </a:p>
      </dgm:t>
    </dgm:pt>
    <dgm:pt modelId="{F8B416BC-FDF5-4B86-895A-89F327FE6F9A}" cxnId="{02B2EB17-C003-4F92-A585-C88897AC2019}" type="sibTrans">
      <dgm:prSet/>
      <dgm:spPr/>
      <dgm:t>
        <a:bodyPr/>
        <a:lstStyle/>
        <a:p>
          <a:endParaRPr lang="zh-CN" altLang="en-US" sz="1600" b="1"/>
        </a:p>
      </dgm:t>
    </dgm:pt>
    <dgm:pt modelId="{40BD839D-1231-41FA-BEFC-7F4D79304AD5}">
      <dgm:prSet custT="1"/>
      <dgm:spPr/>
      <dgm:t>
        <a:bodyPr/>
        <a:lstStyle/>
        <a:p>
          <a:r>
            <a:rPr lang="zh-CN" altLang="en-US" sz="1600" b="1">
              <a:solidFill>
                <a:schemeClr val="bg1"/>
              </a:solidFill>
            </a:rPr>
            <a:t>时间序列数据</a:t>
          </a:r>
        </a:p>
      </dgm:t>
    </dgm:pt>
    <dgm:pt modelId="{1508F0D3-557A-4396-AFEF-D3E36864D496}" cxnId="{84467C82-0816-4028-8F8A-914B0234B967}" type="parTrans">
      <dgm:prSet custT="1"/>
      <dgm:spPr/>
      <dgm:t>
        <a:bodyPr/>
        <a:lstStyle/>
        <a:p>
          <a:endParaRPr lang="zh-CN" altLang="en-US" sz="1600" b="1"/>
        </a:p>
      </dgm:t>
    </dgm:pt>
    <dgm:pt modelId="{FB5584D4-BC73-40F6-873F-F133A8035FFD}" cxnId="{84467C82-0816-4028-8F8A-914B0234B967}" type="sibTrans">
      <dgm:prSet/>
      <dgm:spPr/>
      <dgm:t>
        <a:bodyPr/>
        <a:lstStyle/>
        <a:p>
          <a:endParaRPr lang="zh-CN" altLang="en-US" sz="1600" b="1"/>
        </a:p>
      </dgm:t>
    </dgm:pt>
    <dgm:pt modelId="{DEA3DB55-4006-479B-8AE3-A680D47F9932}" type="pres">
      <dgm:prSet presAssocID="{0CAFAE0B-D1C4-48B8-B6C3-98BB5118638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D369CEB-A73A-4D14-99BA-1CABF7082618}" type="pres">
      <dgm:prSet presAssocID="{D106AD85-3790-45BC-B747-16C105676E16}" presName="root1" presStyleCnt="0"/>
      <dgm:spPr/>
    </dgm:pt>
    <dgm:pt modelId="{80A03F51-D571-4B67-BADD-ACFE27FF05F0}" type="pres">
      <dgm:prSet presAssocID="{D106AD85-3790-45BC-B747-16C105676E16}" presName="LevelOneTextNode" presStyleLbl="node0" presStyleIdx="0" presStyleCnt="1">
        <dgm:presLayoutVars>
          <dgm:chPref val="3"/>
        </dgm:presLayoutVars>
      </dgm:prSet>
      <dgm:spPr/>
    </dgm:pt>
    <dgm:pt modelId="{E147DF7A-8002-4A5E-91A5-171BCD01A581}" type="pres">
      <dgm:prSet presAssocID="{D106AD85-3790-45BC-B747-16C105676E16}" presName="level2hierChild" presStyleCnt="0"/>
      <dgm:spPr/>
    </dgm:pt>
    <dgm:pt modelId="{5332DC64-7601-45D8-AB02-AC985E382218}" type="pres">
      <dgm:prSet presAssocID="{9A13DF27-6498-42C8-8729-32C6C74F1A2F}" presName="conn2-1" presStyleLbl="parChTrans1D2" presStyleIdx="0" presStyleCnt="3"/>
      <dgm:spPr/>
    </dgm:pt>
    <dgm:pt modelId="{BE71FB81-B4D2-4458-8E0F-84102E83F5CD}" type="pres">
      <dgm:prSet presAssocID="{9A13DF27-6498-42C8-8729-32C6C74F1A2F}" presName="connTx" presStyleLbl="parChTrans1D2" presStyleIdx="0" presStyleCnt="3"/>
      <dgm:spPr/>
    </dgm:pt>
    <dgm:pt modelId="{4143984B-F5DC-4157-9C4C-1D7BA7D499A4}" type="pres">
      <dgm:prSet presAssocID="{8FB1F4EB-2C25-493D-8E3A-966FEEB263F4}" presName="root2" presStyleCnt="0"/>
      <dgm:spPr/>
    </dgm:pt>
    <dgm:pt modelId="{9514CED6-866B-4794-A313-B69E9B7F6D99}" type="pres">
      <dgm:prSet presAssocID="{8FB1F4EB-2C25-493D-8E3A-966FEEB263F4}" presName="LevelTwoTextNode" presStyleLbl="node2" presStyleIdx="0" presStyleCnt="3">
        <dgm:presLayoutVars>
          <dgm:chPref val="3"/>
        </dgm:presLayoutVars>
      </dgm:prSet>
      <dgm:spPr/>
    </dgm:pt>
    <dgm:pt modelId="{D6D2D401-5ADC-4FDF-8891-0ADF7F889008}" type="pres">
      <dgm:prSet presAssocID="{8FB1F4EB-2C25-493D-8E3A-966FEEB263F4}" presName="level3hierChild" presStyleCnt="0"/>
      <dgm:spPr/>
    </dgm:pt>
    <dgm:pt modelId="{290299CF-1AC1-4B45-B479-DA5BDE79431B}" type="pres">
      <dgm:prSet presAssocID="{AD917706-07EB-423E-AA74-93FB1340F894}" presName="conn2-1" presStyleLbl="parChTrans1D3" presStyleIdx="0" presStyleCnt="6"/>
      <dgm:spPr/>
    </dgm:pt>
    <dgm:pt modelId="{B6A926E4-9832-4543-94DD-9122048F6ACF}" type="pres">
      <dgm:prSet presAssocID="{AD917706-07EB-423E-AA74-93FB1340F894}" presName="connTx" presStyleLbl="parChTrans1D3" presStyleIdx="0" presStyleCnt="6"/>
      <dgm:spPr/>
    </dgm:pt>
    <dgm:pt modelId="{A19BF848-2085-4A93-A5FE-350F6B8AD546}" type="pres">
      <dgm:prSet presAssocID="{A05753D3-09CB-4758-80BE-3F907C4ED059}" presName="root2" presStyleCnt="0"/>
      <dgm:spPr/>
    </dgm:pt>
    <dgm:pt modelId="{8D2ECF26-5F67-4AA6-8B45-DBCFD304EB28}" type="pres">
      <dgm:prSet presAssocID="{A05753D3-09CB-4758-80BE-3F907C4ED059}" presName="LevelTwoTextNode" presStyleLbl="node3" presStyleIdx="0" presStyleCnt="6" custScaleX="141894">
        <dgm:presLayoutVars>
          <dgm:chPref val="3"/>
        </dgm:presLayoutVars>
      </dgm:prSet>
      <dgm:spPr/>
    </dgm:pt>
    <dgm:pt modelId="{0EA62332-5913-4F94-97C3-76E7CFDC52D2}" type="pres">
      <dgm:prSet presAssocID="{A05753D3-09CB-4758-80BE-3F907C4ED059}" presName="level3hierChild" presStyleCnt="0"/>
      <dgm:spPr/>
    </dgm:pt>
    <dgm:pt modelId="{F9B9438D-6CD6-4FA9-99DE-36F8888B738D}" type="pres">
      <dgm:prSet presAssocID="{8D441506-007E-42D3-A146-87C65F051084}" presName="conn2-1" presStyleLbl="parChTrans1D4" presStyleIdx="0" presStyleCnt="4"/>
      <dgm:spPr/>
    </dgm:pt>
    <dgm:pt modelId="{A67E69C7-1C62-44A3-9984-C36155557904}" type="pres">
      <dgm:prSet presAssocID="{8D441506-007E-42D3-A146-87C65F051084}" presName="connTx" presStyleLbl="parChTrans1D4" presStyleIdx="0" presStyleCnt="4"/>
      <dgm:spPr/>
    </dgm:pt>
    <dgm:pt modelId="{B7384471-4A31-4CAE-993F-FEA4EE33B52F}" type="pres">
      <dgm:prSet presAssocID="{94E021D0-7AA9-4378-A354-DDE3040B1CB5}" presName="root2" presStyleCnt="0"/>
      <dgm:spPr/>
    </dgm:pt>
    <dgm:pt modelId="{AD8F9382-2A4F-482A-89B7-5437EB800255}" type="pres">
      <dgm:prSet presAssocID="{94E021D0-7AA9-4378-A354-DDE3040B1CB5}" presName="LevelTwoTextNode" presStyleLbl="node4" presStyleIdx="0" presStyleCnt="4" custScaleX="123256">
        <dgm:presLayoutVars>
          <dgm:chPref val="3"/>
        </dgm:presLayoutVars>
      </dgm:prSet>
      <dgm:spPr/>
    </dgm:pt>
    <dgm:pt modelId="{D3D2D5B4-0A1A-4520-906C-FB16828D743F}" type="pres">
      <dgm:prSet presAssocID="{94E021D0-7AA9-4378-A354-DDE3040B1CB5}" presName="level3hierChild" presStyleCnt="0"/>
      <dgm:spPr/>
    </dgm:pt>
    <dgm:pt modelId="{F32FC610-FF1D-442E-A336-EC29F1F9C2C7}" type="pres">
      <dgm:prSet presAssocID="{DA492DF7-B50C-405A-A99B-063447245776}" presName="conn2-1" presStyleLbl="parChTrans1D4" presStyleIdx="1" presStyleCnt="4"/>
      <dgm:spPr/>
    </dgm:pt>
    <dgm:pt modelId="{588D35A3-F69D-405B-B02C-A7862FC084D1}" type="pres">
      <dgm:prSet presAssocID="{DA492DF7-B50C-405A-A99B-063447245776}" presName="connTx" presStyleLbl="parChTrans1D4" presStyleIdx="1" presStyleCnt="4"/>
      <dgm:spPr/>
    </dgm:pt>
    <dgm:pt modelId="{7BF027B8-2992-4183-9811-C7E49DAE05A3}" type="pres">
      <dgm:prSet presAssocID="{072DCCAC-8A3D-4846-AA4F-A03F82CD6FAF}" presName="root2" presStyleCnt="0"/>
      <dgm:spPr/>
    </dgm:pt>
    <dgm:pt modelId="{5A0BDCA2-4531-411D-9D95-4F5E087A3528}" type="pres">
      <dgm:prSet presAssocID="{072DCCAC-8A3D-4846-AA4F-A03F82CD6FAF}" presName="LevelTwoTextNode" presStyleLbl="node4" presStyleIdx="1" presStyleCnt="4" custScaleX="123256">
        <dgm:presLayoutVars>
          <dgm:chPref val="3"/>
        </dgm:presLayoutVars>
      </dgm:prSet>
      <dgm:spPr/>
    </dgm:pt>
    <dgm:pt modelId="{D419568D-0899-4BDD-A126-2354D817EB9B}" type="pres">
      <dgm:prSet presAssocID="{072DCCAC-8A3D-4846-AA4F-A03F82CD6FAF}" presName="level3hierChild" presStyleCnt="0"/>
      <dgm:spPr/>
    </dgm:pt>
    <dgm:pt modelId="{ADC7D347-34CB-44D5-95E5-EDD4A428C809}" type="pres">
      <dgm:prSet presAssocID="{2AE3171E-424A-405B-9A62-DCBE181BCCD1}" presName="conn2-1" presStyleLbl="parChTrans1D3" presStyleIdx="1" presStyleCnt="6"/>
      <dgm:spPr/>
    </dgm:pt>
    <dgm:pt modelId="{C0CD6FEC-E869-4154-B0D9-F8C84565932E}" type="pres">
      <dgm:prSet presAssocID="{2AE3171E-424A-405B-9A62-DCBE181BCCD1}" presName="connTx" presStyleLbl="parChTrans1D3" presStyleIdx="1" presStyleCnt="6"/>
      <dgm:spPr/>
    </dgm:pt>
    <dgm:pt modelId="{4479A3C6-C4EA-4E99-ADE1-FF105DE3770F}" type="pres">
      <dgm:prSet presAssocID="{B7739F46-0365-4545-A8C5-3F83EB0A0CAE}" presName="root2" presStyleCnt="0"/>
      <dgm:spPr/>
    </dgm:pt>
    <dgm:pt modelId="{E42D750A-08A8-4993-9CBF-64CA18D18D27}" type="pres">
      <dgm:prSet presAssocID="{B7739F46-0365-4545-A8C5-3F83EB0A0CAE}" presName="LevelTwoTextNode" presStyleLbl="node3" presStyleIdx="1" presStyleCnt="6" custScaleX="141894">
        <dgm:presLayoutVars>
          <dgm:chPref val="3"/>
        </dgm:presLayoutVars>
      </dgm:prSet>
      <dgm:spPr/>
    </dgm:pt>
    <dgm:pt modelId="{D2EA8FC5-BBF0-49BC-BD4E-8BC45AA175AB}" type="pres">
      <dgm:prSet presAssocID="{B7739F46-0365-4545-A8C5-3F83EB0A0CAE}" presName="level3hierChild" presStyleCnt="0"/>
      <dgm:spPr/>
    </dgm:pt>
    <dgm:pt modelId="{85184A2F-35FA-467B-8596-84A0CE4F3971}" type="pres">
      <dgm:prSet presAssocID="{79A667DE-CC48-46BE-9B93-C2E74F028EF1}" presName="conn2-1" presStyleLbl="parChTrans1D4" presStyleIdx="2" presStyleCnt="4"/>
      <dgm:spPr/>
    </dgm:pt>
    <dgm:pt modelId="{9076D0D2-85BA-4CBC-B5EE-807605A1BBD2}" type="pres">
      <dgm:prSet presAssocID="{79A667DE-CC48-46BE-9B93-C2E74F028EF1}" presName="connTx" presStyleLbl="parChTrans1D4" presStyleIdx="2" presStyleCnt="4"/>
      <dgm:spPr/>
    </dgm:pt>
    <dgm:pt modelId="{B7FE44CA-2F8D-4D65-8631-4B0D15A281B0}" type="pres">
      <dgm:prSet presAssocID="{24B3618F-FA44-4F64-91AE-06589BA7C6B1}" presName="root2" presStyleCnt="0"/>
      <dgm:spPr/>
    </dgm:pt>
    <dgm:pt modelId="{0F2A0A0E-3D13-4054-9B7C-E418E980601C}" type="pres">
      <dgm:prSet presAssocID="{24B3618F-FA44-4F64-91AE-06589BA7C6B1}" presName="LevelTwoTextNode" presStyleLbl="node4" presStyleIdx="2" presStyleCnt="4" custScaleX="123256">
        <dgm:presLayoutVars>
          <dgm:chPref val="3"/>
        </dgm:presLayoutVars>
      </dgm:prSet>
      <dgm:spPr/>
    </dgm:pt>
    <dgm:pt modelId="{1D29DB07-ABA6-45E1-A7DF-E318293157E8}" type="pres">
      <dgm:prSet presAssocID="{24B3618F-FA44-4F64-91AE-06589BA7C6B1}" presName="level3hierChild" presStyleCnt="0"/>
      <dgm:spPr/>
    </dgm:pt>
    <dgm:pt modelId="{EB1D4018-FC07-455B-8010-E85FABEEDE05}" type="pres">
      <dgm:prSet presAssocID="{B3AA90D7-EA13-412A-819D-C9DB5E7B3F5C}" presName="conn2-1" presStyleLbl="parChTrans1D4" presStyleIdx="3" presStyleCnt="4"/>
      <dgm:spPr/>
    </dgm:pt>
    <dgm:pt modelId="{74E066EA-3FB4-4970-B1C9-C19629E5BE7C}" type="pres">
      <dgm:prSet presAssocID="{B3AA90D7-EA13-412A-819D-C9DB5E7B3F5C}" presName="connTx" presStyleLbl="parChTrans1D4" presStyleIdx="3" presStyleCnt="4"/>
      <dgm:spPr/>
    </dgm:pt>
    <dgm:pt modelId="{0D1BBD8D-8552-4074-875A-4C5715614D4D}" type="pres">
      <dgm:prSet presAssocID="{C16564AE-1987-4141-B254-AAB73EC86961}" presName="root2" presStyleCnt="0"/>
      <dgm:spPr/>
    </dgm:pt>
    <dgm:pt modelId="{D1FE999A-D180-4E32-8192-E3953E4D19A8}" type="pres">
      <dgm:prSet presAssocID="{C16564AE-1987-4141-B254-AAB73EC86961}" presName="LevelTwoTextNode" presStyleLbl="node4" presStyleIdx="3" presStyleCnt="4" custScaleX="123256">
        <dgm:presLayoutVars>
          <dgm:chPref val="3"/>
        </dgm:presLayoutVars>
      </dgm:prSet>
      <dgm:spPr/>
    </dgm:pt>
    <dgm:pt modelId="{4D9699E5-CA0C-4EFB-831B-E3C795E1F2DA}" type="pres">
      <dgm:prSet presAssocID="{C16564AE-1987-4141-B254-AAB73EC86961}" presName="level3hierChild" presStyleCnt="0"/>
      <dgm:spPr/>
    </dgm:pt>
    <dgm:pt modelId="{13372CA2-696A-44D0-A948-6492C0CE63DC}" type="pres">
      <dgm:prSet presAssocID="{2FCCA868-338F-4E4B-8625-DA3B3CA8B726}" presName="conn2-1" presStyleLbl="parChTrans1D2" presStyleIdx="1" presStyleCnt="3"/>
      <dgm:spPr/>
    </dgm:pt>
    <dgm:pt modelId="{2F79D7DF-2663-4CA8-8B2B-667796667317}" type="pres">
      <dgm:prSet presAssocID="{2FCCA868-338F-4E4B-8625-DA3B3CA8B726}" presName="connTx" presStyleLbl="parChTrans1D2" presStyleIdx="1" presStyleCnt="3"/>
      <dgm:spPr/>
    </dgm:pt>
    <dgm:pt modelId="{32D728D1-F316-422F-9B47-48095CF65F0C}" type="pres">
      <dgm:prSet presAssocID="{FDB9D4DC-A0BE-4D3B-A326-9E5E5AB914C0}" presName="root2" presStyleCnt="0"/>
      <dgm:spPr/>
    </dgm:pt>
    <dgm:pt modelId="{FFCC62DC-06F8-4C40-89CE-0E47A513B99B}" type="pres">
      <dgm:prSet presAssocID="{FDB9D4DC-A0BE-4D3B-A326-9E5E5AB914C0}" presName="LevelTwoTextNode" presStyleLbl="node2" presStyleIdx="1" presStyleCnt="3">
        <dgm:presLayoutVars>
          <dgm:chPref val="3"/>
        </dgm:presLayoutVars>
      </dgm:prSet>
      <dgm:spPr/>
    </dgm:pt>
    <dgm:pt modelId="{C600FFD2-8F17-446F-AAD7-55FDB3E89C51}" type="pres">
      <dgm:prSet presAssocID="{FDB9D4DC-A0BE-4D3B-A326-9E5E5AB914C0}" presName="level3hierChild" presStyleCnt="0"/>
      <dgm:spPr/>
    </dgm:pt>
    <dgm:pt modelId="{F4A912EB-175B-4354-8629-A1D00CE8D061}" type="pres">
      <dgm:prSet presAssocID="{6AB9FAD0-FE54-4783-8298-5AB683C26AE9}" presName="conn2-1" presStyleLbl="parChTrans1D3" presStyleIdx="2" presStyleCnt="6"/>
      <dgm:spPr/>
    </dgm:pt>
    <dgm:pt modelId="{C8B81039-BB42-4CAB-A4D5-BD7EDF3A646A}" type="pres">
      <dgm:prSet presAssocID="{6AB9FAD0-FE54-4783-8298-5AB683C26AE9}" presName="connTx" presStyleLbl="parChTrans1D3" presStyleIdx="2" presStyleCnt="6"/>
      <dgm:spPr/>
    </dgm:pt>
    <dgm:pt modelId="{5A26B4DE-69DA-4403-AE1A-794B0FC2A768}" type="pres">
      <dgm:prSet presAssocID="{EB0EEF03-08EB-4AEB-A1D2-3477E1D287E8}" presName="root2" presStyleCnt="0"/>
      <dgm:spPr/>
    </dgm:pt>
    <dgm:pt modelId="{FAF6497A-8E52-4655-8D47-8DDFC63BEDE0}" type="pres">
      <dgm:prSet presAssocID="{EB0EEF03-08EB-4AEB-A1D2-3477E1D287E8}" presName="LevelTwoTextNode" presStyleLbl="node3" presStyleIdx="2" presStyleCnt="6" custScaleX="141894">
        <dgm:presLayoutVars>
          <dgm:chPref val="3"/>
        </dgm:presLayoutVars>
      </dgm:prSet>
      <dgm:spPr/>
    </dgm:pt>
    <dgm:pt modelId="{CF4275AD-FB32-4E98-B471-3138FB5A63DD}" type="pres">
      <dgm:prSet presAssocID="{EB0EEF03-08EB-4AEB-A1D2-3477E1D287E8}" presName="level3hierChild" presStyleCnt="0"/>
      <dgm:spPr/>
    </dgm:pt>
    <dgm:pt modelId="{6EC3454E-AC3C-4015-99A2-B1806F6DBF48}" type="pres">
      <dgm:prSet presAssocID="{AEDF6C1C-95CA-453C-A81C-3875FF675229}" presName="conn2-1" presStyleLbl="parChTrans1D3" presStyleIdx="3" presStyleCnt="6"/>
      <dgm:spPr/>
    </dgm:pt>
    <dgm:pt modelId="{11145F5A-55A9-41E9-995B-E81CFAF0328B}" type="pres">
      <dgm:prSet presAssocID="{AEDF6C1C-95CA-453C-A81C-3875FF675229}" presName="connTx" presStyleLbl="parChTrans1D3" presStyleIdx="3" presStyleCnt="6"/>
      <dgm:spPr/>
    </dgm:pt>
    <dgm:pt modelId="{4574A5E6-7100-4906-8F32-5E57B7A10B1F}" type="pres">
      <dgm:prSet presAssocID="{F05A34B5-11BD-4BF7-AC1D-223835029C62}" presName="root2" presStyleCnt="0"/>
      <dgm:spPr/>
    </dgm:pt>
    <dgm:pt modelId="{09A77708-A363-4961-9B58-69121A71E0CD}" type="pres">
      <dgm:prSet presAssocID="{F05A34B5-11BD-4BF7-AC1D-223835029C62}" presName="LevelTwoTextNode" presStyleLbl="node3" presStyleIdx="3" presStyleCnt="6" custScaleX="141894">
        <dgm:presLayoutVars>
          <dgm:chPref val="3"/>
        </dgm:presLayoutVars>
      </dgm:prSet>
      <dgm:spPr/>
    </dgm:pt>
    <dgm:pt modelId="{ED907425-1546-4D77-923D-AFA0A166EB8C}" type="pres">
      <dgm:prSet presAssocID="{F05A34B5-11BD-4BF7-AC1D-223835029C62}" presName="level3hierChild" presStyleCnt="0"/>
      <dgm:spPr/>
    </dgm:pt>
    <dgm:pt modelId="{101C81A7-CA28-4D38-9EFD-38AA559697C8}" type="pres">
      <dgm:prSet presAssocID="{5D56C84E-E837-42F7-97A0-6C8DE7ACF772}" presName="conn2-1" presStyleLbl="parChTrans1D2" presStyleIdx="2" presStyleCnt="3"/>
      <dgm:spPr/>
    </dgm:pt>
    <dgm:pt modelId="{8B5B581C-3658-462D-8590-0402EB54E0F5}" type="pres">
      <dgm:prSet presAssocID="{5D56C84E-E837-42F7-97A0-6C8DE7ACF772}" presName="connTx" presStyleLbl="parChTrans1D2" presStyleIdx="2" presStyleCnt="3"/>
      <dgm:spPr/>
    </dgm:pt>
    <dgm:pt modelId="{78E5B0DC-F409-433A-9192-503B2D30B20F}" type="pres">
      <dgm:prSet presAssocID="{B54A6BE7-69BA-40FB-8B6D-F900345D9A5D}" presName="root2" presStyleCnt="0"/>
      <dgm:spPr/>
    </dgm:pt>
    <dgm:pt modelId="{6F96C0B2-BF89-49C0-9D05-E99018DD56BF}" type="pres">
      <dgm:prSet presAssocID="{B54A6BE7-69BA-40FB-8B6D-F900345D9A5D}" presName="LevelTwoTextNode" presStyleLbl="node2" presStyleIdx="2" presStyleCnt="3">
        <dgm:presLayoutVars>
          <dgm:chPref val="3"/>
        </dgm:presLayoutVars>
      </dgm:prSet>
      <dgm:spPr/>
    </dgm:pt>
    <dgm:pt modelId="{ADABC70C-8D48-45AC-A64C-058A469EA5D5}" type="pres">
      <dgm:prSet presAssocID="{B54A6BE7-69BA-40FB-8B6D-F900345D9A5D}" presName="level3hierChild" presStyleCnt="0"/>
      <dgm:spPr/>
    </dgm:pt>
    <dgm:pt modelId="{EA35BADD-C989-49AE-923E-7B68C6E5A5DC}" type="pres">
      <dgm:prSet presAssocID="{672D3E9E-2140-4242-BD37-2256C3EA1F67}" presName="conn2-1" presStyleLbl="parChTrans1D3" presStyleIdx="4" presStyleCnt="6"/>
      <dgm:spPr/>
    </dgm:pt>
    <dgm:pt modelId="{9107A38A-F929-4EC5-AE75-94BF3D27F30B}" type="pres">
      <dgm:prSet presAssocID="{672D3E9E-2140-4242-BD37-2256C3EA1F67}" presName="connTx" presStyleLbl="parChTrans1D3" presStyleIdx="4" presStyleCnt="6"/>
      <dgm:spPr/>
    </dgm:pt>
    <dgm:pt modelId="{F0274618-E608-48A9-ABA5-8B0DE015A330}" type="pres">
      <dgm:prSet presAssocID="{9A59F330-CD5A-4923-8131-86E73A4664E6}" presName="root2" presStyleCnt="0"/>
      <dgm:spPr/>
    </dgm:pt>
    <dgm:pt modelId="{EA41201D-D5E7-40FE-A0E9-94B32AA448E6}" type="pres">
      <dgm:prSet presAssocID="{9A59F330-CD5A-4923-8131-86E73A4664E6}" presName="LevelTwoTextNode" presStyleLbl="node3" presStyleIdx="4" presStyleCnt="6" custScaleX="141894">
        <dgm:presLayoutVars>
          <dgm:chPref val="3"/>
        </dgm:presLayoutVars>
      </dgm:prSet>
      <dgm:spPr/>
    </dgm:pt>
    <dgm:pt modelId="{8BDBD464-878F-4265-9D42-A0C56F9382C8}" type="pres">
      <dgm:prSet presAssocID="{9A59F330-CD5A-4923-8131-86E73A4664E6}" presName="level3hierChild" presStyleCnt="0"/>
      <dgm:spPr/>
    </dgm:pt>
    <dgm:pt modelId="{2B3BF862-765C-4F7C-9F81-D0F1E2CD3CC0}" type="pres">
      <dgm:prSet presAssocID="{1508F0D3-557A-4396-AFEF-D3E36864D496}" presName="conn2-1" presStyleLbl="parChTrans1D3" presStyleIdx="5" presStyleCnt="6"/>
      <dgm:spPr/>
    </dgm:pt>
    <dgm:pt modelId="{E1AC4CBE-B272-4C40-86DF-57DF285DB449}" type="pres">
      <dgm:prSet presAssocID="{1508F0D3-557A-4396-AFEF-D3E36864D496}" presName="connTx" presStyleLbl="parChTrans1D3" presStyleIdx="5" presStyleCnt="6"/>
      <dgm:spPr/>
    </dgm:pt>
    <dgm:pt modelId="{DE8FE84D-20C0-4A14-B5CA-FCA7C1921C74}" type="pres">
      <dgm:prSet presAssocID="{40BD839D-1231-41FA-BEFC-7F4D79304AD5}" presName="root2" presStyleCnt="0"/>
      <dgm:spPr/>
    </dgm:pt>
    <dgm:pt modelId="{33B49213-64FB-4843-B6BE-6F3A8A4F05D5}" type="pres">
      <dgm:prSet presAssocID="{40BD839D-1231-41FA-BEFC-7F4D79304AD5}" presName="LevelTwoTextNode" presStyleLbl="node3" presStyleIdx="5" presStyleCnt="6" custScaleX="141894">
        <dgm:presLayoutVars>
          <dgm:chPref val="3"/>
        </dgm:presLayoutVars>
      </dgm:prSet>
      <dgm:spPr/>
    </dgm:pt>
    <dgm:pt modelId="{0177D05C-B3C0-4522-8AE4-89B861B256EF}" type="pres">
      <dgm:prSet presAssocID="{40BD839D-1231-41FA-BEFC-7F4D79304AD5}" presName="level3hierChild" presStyleCnt="0"/>
      <dgm:spPr/>
    </dgm:pt>
  </dgm:ptLst>
  <dgm:cxnLst>
    <dgm:cxn modelId="{C3A25603-2EA1-4F5A-9F1A-76D350FB07EB}" type="presOf" srcId="{B7739F46-0365-4545-A8C5-3F83EB0A0CAE}" destId="{E42D750A-08A8-4993-9CBF-64CA18D18D27}" srcOrd="0" destOrd="0" presId="urn:microsoft.com/office/officeart/2005/8/layout/hierarchy2"/>
    <dgm:cxn modelId="{D048CD06-3B5B-4CD6-99F3-383946E2DBC7}" type="presOf" srcId="{9A59F330-CD5A-4923-8131-86E73A4664E6}" destId="{EA41201D-D5E7-40FE-A0E9-94B32AA448E6}" srcOrd="0" destOrd="0" presId="urn:microsoft.com/office/officeart/2005/8/layout/hierarchy2"/>
    <dgm:cxn modelId="{96957A07-BCCE-4F84-93FE-6939FB9AFB00}" type="presOf" srcId="{1508F0D3-557A-4396-AFEF-D3E36864D496}" destId="{2B3BF862-765C-4F7C-9F81-D0F1E2CD3CC0}" srcOrd="0" destOrd="0" presId="urn:microsoft.com/office/officeart/2005/8/layout/hierarchy2"/>
    <dgm:cxn modelId="{B702CE0A-E79B-4866-BE88-3AFA0D113468}" type="presOf" srcId="{2AE3171E-424A-405B-9A62-DCBE181BCCD1}" destId="{C0CD6FEC-E869-4154-B0D9-F8C84565932E}" srcOrd="1" destOrd="0" presId="urn:microsoft.com/office/officeart/2005/8/layout/hierarchy2"/>
    <dgm:cxn modelId="{A6554E0E-D39D-4802-B433-A0670C908F07}" type="presOf" srcId="{B3AA90D7-EA13-412A-819D-C9DB5E7B3F5C}" destId="{EB1D4018-FC07-455B-8010-E85FABEEDE05}" srcOrd="0" destOrd="0" presId="urn:microsoft.com/office/officeart/2005/8/layout/hierarchy2"/>
    <dgm:cxn modelId="{BBB03113-3AE5-4326-B1FD-61F6600F71E9}" type="presOf" srcId="{2FCCA868-338F-4E4B-8625-DA3B3CA8B726}" destId="{2F79D7DF-2663-4CA8-8B2B-667796667317}" srcOrd="1" destOrd="0" presId="urn:microsoft.com/office/officeart/2005/8/layout/hierarchy2"/>
    <dgm:cxn modelId="{3DB7FA15-6038-4597-BD8B-285C9DE74A21}" type="presOf" srcId="{79A667DE-CC48-46BE-9B93-C2E74F028EF1}" destId="{85184A2F-35FA-467B-8596-84A0CE4F3971}" srcOrd="0" destOrd="0" presId="urn:microsoft.com/office/officeart/2005/8/layout/hierarchy2"/>
    <dgm:cxn modelId="{A3275417-5DA2-447F-A3F1-71582E0F4FB9}" type="presOf" srcId="{8FB1F4EB-2C25-493D-8E3A-966FEEB263F4}" destId="{9514CED6-866B-4794-A313-B69E9B7F6D99}" srcOrd="0" destOrd="0" presId="urn:microsoft.com/office/officeart/2005/8/layout/hierarchy2"/>
    <dgm:cxn modelId="{02B2EB17-C003-4F92-A585-C88897AC2019}" srcId="{B54A6BE7-69BA-40FB-8B6D-F900345D9A5D}" destId="{9A59F330-CD5A-4923-8131-86E73A4664E6}" srcOrd="0" destOrd="0" parTransId="{672D3E9E-2140-4242-BD37-2256C3EA1F67}" sibTransId="{F8B416BC-FDF5-4B86-895A-89F327FE6F9A}"/>
    <dgm:cxn modelId="{FD926618-5AEB-470C-ABB0-84E159E8F14B}" type="presOf" srcId="{9A13DF27-6498-42C8-8729-32C6C74F1A2F}" destId="{BE71FB81-B4D2-4458-8E0F-84102E83F5CD}" srcOrd="1" destOrd="0" presId="urn:microsoft.com/office/officeart/2005/8/layout/hierarchy2"/>
    <dgm:cxn modelId="{5F991425-9815-439F-90D9-391314C73FB2}" type="presOf" srcId="{F05A34B5-11BD-4BF7-AC1D-223835029C62}" destId="{09A77708-A363-4961-9B58-69121A71E0CD}" srcOrd="0" destOrd="0" presId="urn:microsoft.com/office/officeart/2005/8/layout/hierarchy2"/>
    <dgm:cxn modelId="{1C74BD25-0A88-4E96-B745-F63A8712582B}" type="presOf" srcId="{A05753D3-09CB-4758-80BE-3F907C4ED059}" destId="{8D2ECF26-5F67-4AA6-8B45-DBCFD304EB28}" srcOrd="0" destOrd="0" presId="urn:microsoft.com/office/officeart/2005/8/layout/hierarchy2"/>
    <dgm:cxn modelId="{1E089B30-AB40-4D7F-836C-90B5FDB94F9D}" type="presOf" srcId="{DA492DF7-B50C-405A-A99B-063447245776}" destId="{F32FC610-FF1D-442E-A336-EC29F1F9C2C7}" srcOrd="0" destOrd="0" presId="urn:microsoft.com/office/officeart/2005/8/layout/hierarchy2"/>
    <dgm:cxn modelId="{9490D831-2C11-4E7B-9AA9-43FD716217F1}" type="presOf" srcId="{672D3E9E-2140-4242-BD37-2256C3EA1F67}" destId="{9107A38A-F929-4EC5-AE75-94BF3D27F30B}" srcOrd="1" destOrd="0" presId="urn:microsoft.com/office/officeart/2005/8/layout/hierarchy2"/>
    <dgm:cxn modelId="{E61C275E-A0B1-4A52-840F-E3F8B15919B5}" type="presOf" srcId="{2AE3171E-424A-405B-9A62-DCBE181BCCD1}" destId="{ADC7D347-34CB-44D5-95E5-EDD4A428C809}" srcOrd="0" destOrd="0" presId="urn:microsoft.com/office/officeart/2005/8/layout/hierarchy2"/>
    <dgm:cxn modelId="{2B948042-867F-4A6D-9807-8462BEE7A8C5}" type="presOf" srcId="{8D441506-007E-42D3-A146-87C65F051084}" destId="{F9B9438D-6CD6-4FA9-99DE-36F8888B738D}" srcOrd="0" destOrd="0" presId="urn:microsoft.com/office/officeart/2005/8/layout/hierarchy2"/>
    <dgm:cxn modelId="{58D35F43-B25C-4BF0-8806-23E3C06BD0BC}" type="presOf" srcId="{40BD839D-1231-41FA-BEFC-7F4D79304AD5}" destId="{33B49213-64FB-4843-B6BE-6F3A8A4F05D5}" srcOrd="0" destOrd="0" presId="urn:microsoft.com/office/officeart/2005/8/layout/hierarchy2"/>
    <dgm:cxn modelId="{FC10BE64-6D80-409B-8093-56D7829C84F5}" srcId="{D106AD85-3790-45BC-B747-16C105676E16}" destId="{B54A6BE7-69BA-40FB-8B6D-F900345D9A5D}" srcOrd="2" destOrd="0" parTransId="{5D56C84E-E837-42F7-97A0-6C8DE7ACF772}" sibTransId="{DDB51250-214C-4B3B-87AB-5D35490E8F95}"/>
    <dgm:cxn modelId="{98C0E944-EA46-430B-9AEF-116556EE0E3B}" type="presOf" srcId="{5D56C84E-E837-42F7-97A0-6C8DE7ACF772}" destId="{8B5B581C-3658-462D-8590-0402EB54E0F5}" srcOrd="1" destOrd="0" presId="urn:microsoft.com/office/officeart/2005/8/layout/hierarchy2"/>
    <dgm:cxn modelId="{C5D67565-FE66-497C-8E8E-686209D9BF56}" type="presOf" srcId="{AD917706-07EB-423E-AA74-93FB1340F894}" destId="{B6A926E4-9832-4543-94DD-9122048F6ACF}" srcOrd="1" destOrd="0" presId="urn:microsoft.com/office/officeart/2005/8/layout/hierarchy2"/>
    <dgm:cxn modelId="{1C492D66-9CFB-42C1-9544-606648A141F1}" type="presOf" srcId="{FDB9D4DC-A0BE-4D3B-A326-9E5E5AB914C0}" destId="{FFCC62DC-06F8-4C40-89CE-0E47A513B99B}" srcOrd="0" destOrd="0" presId="urn:microsoft.com/office/officeart/2005/8/layout/hierarchy2"/>
    <dgm:cxn modelId="{86D35869-DEA6-421C-9A57-E1198AA2C0C3}" srcId="{B7739F46-0365-4545-A8C5-3F83EB0A0CAE}" destId="{24B3618F-FA44-4F64-91AE-06589BA7C6B1}" srcOrd="0" destOrd="0" parTransId="{79A667DE-CC48-46BE-9B93-C2E74F028EF1}" sibTransId="{7DA4CF5B-AFCE-4BF6-80DA-57B5E4AE64DE}"/>
    <dgm:cxn modelId="{5B8E454A-45A3-46F1-AB05-B2567DF949F9}" type="presOf" srcId="{B54A6BE7-69BA-40FB-8B6D-F900345D9A5D}" destId="{6F96C0B2-BF89-49C0-9D05-E99018DD56BF}" srcOrd="0" destOrd="0" presId="urn:microsoft.com/office/officeart/2005/8/layout/hierarchy2"/>
    <dgm:cxn modelId="{CD31496A-3487-47EA-B48E-D8862143023D}" srcId="{D106AD85-3790-45BC-B747-16C105676E16}" destId="{FDB9D4DC-A0BE-4D3B-A326-9E5E5AB914C0}" srcOrd="1" destOrd="0" parTransId="{2FCCA868-338F-4E4B-8625-DA3B3CA8B726}" sibTransId="{E32E8A66-2152-4487-9528-0775D1A1D8D9}"/>
    <dgm:cxn modelId="{3AD5B96F-29AF-4E8F-86EA-A809451661DA}" type="presOf" srcId="{8D441506-007E-42D3-A146-87C65F051084}" destId="{A67E69C7-1C62-44A3-9984-C36155557904}" srcOrd="1" destOrd="0" presId="urn:microsoft.com/office/officeart/2005/8/layout/hierarchy2"/>
    <dgm:cxn modelId="{78894756-935B-4DE3-8090-E866C10FC70D}" type="presOf" srcId="{DA492DF7-B50C-405A-A99B-063447245776}" destId="{588D35A3-F69D-405B-B02C-A7862FC084D1}" srcOrd="1" destOrd="0" presId="urn:microsoft.com/office/officeart/2005/8/layout/hierarchy2"/>
    <dgm:cxn modelId="{6EC4EF58-A0D5-4FA5-834E-B423FC0943AB}" type="presOf" srcId="{6AB9FAD0-FE54-4783-8298-5AB683C26AE9}" destId="{C8B81039-BB42-4CAB-A4D5-BD7EDF3A646A}" srcOrd="1" destOrd="0" presId="urn:microsoft.com/office/officeart/2005/8/layout/hierarchy2"/>
    <dgm:cxn modelId="{B9A8B25A-BFE2-4143-B008-1CDA753410A8}" srcId="{FDB9D4DC-A0BE-4D3B-A326-9E5E5AB914C0}" destId="{EB0EEF03-08EB-4AEB-A1D2-3477E1D287E8}" srcOrd="0" destOrd="0" parTransId="{6AB9FAD0-FE54-4783-8298-5AB683C26AE9}" sibTransId="{CE6FEF40-0D68-4612-BF82-ACE9B571BF48}"/>
    <dgm:cxn modelId="{D10E497E-BD58-4076-B034-A6B6412B94C9}" type="presOf" srcId="{1508F0D3-557A-4396-AFEF-D3E36864D496}" destId="{E1AC4CBE-B272-4C40-86DF-57DF285DB449}" srcOrd="1" destOrd="0" presId="urn:microsoft.com/office/officeart/2005/8/layout/hierarchy2"/>
    <dgm:cxn modelId="{84467C82-0816-4028-8F8A-914B0234B967}" srcId="{B54A6BE7-69BA-40FB-8B6D-F900345D9A5D}" destId="{40BD839D-1231-41FA-BEFC-7F4D79304AD5}" srcOrd="1" destOrd="0" parTransId="{1508F0D3-557A-4396-AFEF-D3E36864D496}" sibTransId="{FB5584D4-BC73-40F6-873F-F133A8035FFD}"/>
    <dgm:cxn modelId="{42378D83-2754-47FE-A718-CFDB912D10C0}" type="presOf" srcId="{79A667DE-CC48-46BE-9B93-C2E74F028EF1}" destId="{9076D0D2-85BA-4CBC-B5EE-807605A1BBD2}" srcOrd="1" destOrd="0" presId="urn:microsoft.com/office/officeart/2005/8/layout/hierarchy2"/>
    <dgm:cxn modelId="{C8136485-EA8B-4BB1-B6DF-C74064FAF382}" type="presOf" srcId="{AEDF6C1C-95CA-453C-A81C-3875FF675229}" destId="{11145F5A-55A9-41E9-995B-E81CFAF0328B}" srcOrd="1" destOrd="0" presId="urn:microsoft.com/office/officeart/2005/8/layout/hierarchy2"/>
    <dgm:cxn modelId="{CBCF248D-02BC-4F1C-B484-64B50D16296C}" type="presOf" srcId="{B3AA90D7-EA13-412A-819D-C9DB5E7B3F5C}" destId="{74E066EA-3FB4-4970-B1C9-C19629E5BE7C}" srcOrd="1" destOrd="0" presId="urn:microsoft.com/office/officeart/2005/8/layout/hierarchy2"/>
    <dgm:cxn modelId="{23136293-AB64-44D2-82EF-743F3D2A79B0}" type="presOf" srcId="{9A13DF27-6498-42C8-8729-32C6C74F1A2F}" destId="{5332DC64-7601-45D8-AB02-AC985E382218}" srcOrd="0" destOrd="0" presId="urn:microsoft.com/office/officeart/2005/8/layout/hierarchy2"/>
    <dgm:cxn modelId="{8F3A1899-DC45-49A7-98D0-60412906B0E3}" srcId="{0CAFAE0B-D1C4-48B8-B6C3-98BB51186387}" destId="{D106AD85-3790-45BC-B747-16C105676E16}" srcOrd="0" destOrd="0" parTransId="{0348BB33-ABF4-4CF7-A06B-64DC980A8221}" sibTransId="{E9B009A5-35A9-42B0-B9EC-90C330F171BE}"/>
    <dgm:cxn modelId="{B866129D-8D0C-480A-B627-8A36F53F68B0}" type="presOf" srcId="{672D3E9E-2140-4242-BD37-2256C3EA1F67}" destId="{EA35BADD-C989-49AE-923E-7B68C6E5A5DC}" srcOrd="0" destOrd="0" presId="urn:microsoft.com/office/officeart/2005/8/layout/hierarchy2"/>
    <dgm:cxn modelId="{4D004EA2-441E-453D-BF1D-F2000AAAEE44}" srcId="{8FB1F4EB-2C25-493D-8E3A-966FEEB263F4}" destId="{A05753D3-09CB-4758-80BE-3F907C4ED059}" srcOrd="0" destOrd="0" parTransId="{AD917706-07EB-423E-AA74-93FB1340F894}" sibTransId="{EE064289-AB02-4649-9FBB-C67955BF3509}"/>
    <dgm:cxn modelId="{12799AAD-3B44-48B3-87FF-BD4566CD6FFB}" type="presOf" srcId="{EB0EEF03-08EB-4AEB-A1D2-3477E1D287E8}" destId="{FAF6497A-8E52-4655-8D47-8DDFC63BEDE0}" srcOrd="0" destOrd="0" presId="urn:microsoft.com/office/officeart/2005/8/layout/hierarchy2"/>
    <dgm:cxn modelId="{222DDFAD-A92C-4666-BC62-D059B373980E}" type="presOf" srcId="{AD917706-07EB-423E-AA74-93FB1340F894}" destId="{290299CF-1AC1-4B45-B479-DA5BDE79431B}" srcOrd="0" destOrd="0" presId="urn:microsoft.com/office/officeart/2005/8/layout/hierarchy2"/>
    <dgm:cxn modelId="{062EBEB2-DCDA-4B04-9AAA-24DE3AF5F450}" type="presOf" srcId="{5D56C84E-E837-42F7-97A0-6C8DE7ACF772}" destId="{101C81A7-CA28-4D38-9EFD-38AA559697C8}" srcOrd="0" destOrd="0" presId="urn:microsoft.com/office/officeart/2005/8/layout/hierarchy2"/>
    <dgm:cxn modelId="{4D0602B7-9C6B-4B1F-8697-BA21EE54F6B9}" srcId="{A05753D3-09CB-4758-80BE-3F907C4ED059}" destId="{94E021D0-7AA9-4378-A354-DDE3040B1CB5}" srcOrd="0" destOrd="0" parTransId="{8D441506-007E-42D3-A146-87C65F051084}" sibTransId="{27267B05-C67F-41A7-AF40-D452BC1364EE}"/>
    <dgm:cxn modelId="{A2359ABC-B35F-4F39-8704-B154AA55657E}" srcId="{B7739F46-0365-4545-A8C5-3F83EB0A0CAE}" destId="{C16564AE-1987-4141-B254-AAB73EC86961}" srcOrd="1" destOrd="0" parTransId="{B3AA90D7-EA13-412A-819D-C9DB5E7B3F5C}" sibTransId="{DF1B9AA8-C7A2-4712-AAA1-D5EEB39D83CE}"/>
    <dgm:cxn modelId="{4BEB8FBF-EE0A-4381-A5E3-8B4FFBC5C08B}" type="presOf" srcId="{94E021D0-7AA9-4378-A354-DDE3040B1CB5}" destId="{AD8F9382-2A4F-482A-89B7-5437EB800255}" srcOrd="0" destOrd="0" presId="urn:microsoft.com/office/officeart/2005/8/layout/hierarchy2"/>
    <dgm:cxn modelId="{10F177C0-7C7A-4440-9C34-DE14E113257E}" type="presOf" srcId="{2FCCA868-338F-4E4B-8625-DA3B3CA8B726}" destId="{13372CA2-696A-44D0-A948-6492C0CE63DC}" srcOrd="0" destOrd="0" presId="urn:microsoft.com/office/officeart/2005/8/layout/hierarchy2"/>
    <dgm:cxn modelId="{EB7FE1C1-1799-4B09-8DF7-53E7E7251FF1}" type="presOf" srcId="{C16564AE-1987-4141-B254-AAB73EC86961}" destId="{D1FE999A-D180-4E32-8192-E3953E4D19A8}" srcOrd="0" destOrd="0" presId="urn:microsoft.com/office/officeart/2005/8/layout/hierarchy2"/>
    <dgm:cxn modelId="{6674F5CE-4EB4-4815-B08F-83DBB704F451}" srcId="{FDB9D4DC-A0BE-4D3B-A326-9E5E5AB914C0}" destId="{F05A34B5-11BD-4BF7-AC1D-223835029C62}" srcOrd="1" destOrd="0" parTransId="{AEDF6C1C-95CA-453C-A81C-3875FF675229}" sibTransId="{1B600065-7A34-4B12-82C8-834CC7C0E896}"/>
    <dgm:cxn modelId="{2C8E3BE0-CC16-4305-8083-EFD185B5D122}" type="presOf" srcId="{6AB9FAD0-FE54-4783-8298-5AB683C26AE9}" destId="{F4A912EB-175B-4354-8629-A1D00CE8D061}" srcOrd="0" destOrd="0" presId="urn:microsoft.com/office/officeart/2005/8/layout/hierarchy2"/>
    <dgm:cxn modelId="{011B6CE5-8EEB-49C9-A102-0726722CDE33}" type="presOf" srcId="{AEDF6C1C-95CA-453C-A81C-3875FF675229}" destId="{6EC3454E-AC3C-4015-99A2-B1806F6DBF48}" srcOrd="0" destOrd="0" presId="urn:microsoft.com/office/officeart/2005/8/layout/hierarchy2"/>
    <dgm:cxn modelId="{73F341EC-BBCD-4258-8107-25E898D036B7}" type="presOf" srcId="{0CAFAE0B-D1C4-48B8-B6C3-98BB51186387}" destId="{DEA3DB55-4006-479B-8AE3-A680D47F9932}" srcOrd="0" destOrd="0" presId="urn:microsoft.com/office/officeart/2005/8/layout/hierarchy2"/>
    <dgm:cxn modelId="{CFB8FCED-B498-4B1B-86CA-B5D7C6817486}" type="presOf" srcId="{072DCCAC-8A3D-4846-AA4F-A03F82CD6FAF}" destId="{5A0BDCA2-4531-411D-9D95-4F5E087A3528}" srcOrd="0" destOrd="0" presId="urn:microsoft.com/office/officeart/2005/8/layout/hierarchy2"/>
    <dgm:cxn modelId="{973483F2-4B8D-4879-A63B-62E3509D0B40}" srcId="{8FB1F4EB-2C25-493D-8E3A-966FEEB263F4}" destId="{B7739F46-0365-4545-A8C5-3F83EB0A0CAE}" srcOrd="1" destOrd="0" parTransId="{2AE3171E-424A-405B-9A62-DCBE181BCCD1}" sibTransId="{C5202983-D352-412B-96D9-1668C7D1EB11}"/>
    <dgm:cxn modelId="{0FD653F8-8685-46F2-B90A-F912EE509DC6}" srcId="{D106AD85-3790-45BC-B747-16C105676E16}" destId="{8FB1F4EB-2C25-493D-8E3A-966FEEB263F4}" srcOrd="0" destOrd="0" parTransId="{9A13DF27-6498-42C8-8729-32C6C74F1A2F}" sibTransId="{2BF7F167-0D9C-4C81-8D01-72C68852AB45}"/>
    <dgm:cxn modelId="{E78B56F8-70DA-4164-8ABF-3EA8A2CE7992}" srcId="{A05753D3-09CB-4758-80BE-3F907C4ED059}" destId="{072DCCAC-8A3D-4846-AA4F-A03F82CD6FAF}" srcOrd="1" destOrd="0" parTransId="{DA492DF7-B50C-405A-A99B-063447245776}" sibTransId="{F0022DB7-F793-4ED2-8E76-3B7463804A3F}"/>
    <dgm:cxn modelId="{7AF983FD-0022-43BB-B141-6756CB0504F2}" type="presOf" srcId="{24B3618F-FA44-4F64-91AE-06589BA7C6B1}" destId="{0F2A0A0E-3D13-4054-9B7C-E418E980601C}" srcOrd="0" destOrd="0" presId="urn:microsoft.com/office/officeart/2005/8/layout/hierarchy2"/>
    <dgm:cxn modelId="{F8FA89FF-164C-4675-8217-A0A86A6DC696}" type="presOf" srcId="{D106AD85-3790-45BC-B747-16C105676E16}" destId="{80A03F51-D571-4B67-BADD-ACFE27FF05F0}" srcOrd="0" destOrd="0" presId="urn:microsoft.com/office/officeart/2005/8/layout/hierarchy2"/>
    <dgm:cxn modelId="{105362F6-94BB-46D3-BBE8-9AD1D09226DA}" type="presParOf" srcId="{DEA3DB55-4006-479B-8AE3-A680D47F9932}" destId="{CD369CEB-A73A-4D14-99BA-1CABF7082618}" srcOrd="0" destOrd="0" presId="urn:microsoft.com/office/officeart/2005/8/layout/hierarchy2"/>
    <dgm:cxn modelId="{0DCD5FB4-76EF-4451-8990-BA23BE5F4D70}" type="presParOf" srcId="{CD369CEB-A73A-4D14-99BA-1CABF7082618}" destId="{80A03F51-D571-4B67-BADD-ACFE27FF05F0}" srcOrd="0" destOrd="0" presId="urn:microsoft.com/office/officeart/2005/8/layout/hierarchy2"/>
    <dgm:cxn modelId="{5D72F4C7-7ABF-4D13-9C3F-A908FA146233}" type="presParOf" srcId="{CD369CEB-A73A-4D14-99BA-1CABF7082618}" destId="{E147DF7A-8002-4A5E-91A5-171BCD01A581}" srcOrd="1" destOrd="0" presId="urn:microsoft.com/office/officeart/2005/8/layout/hierarchy2"/>
    <dgm:cxn modelId="{693CA1A8-2AFF-4C86-94CD-0C48FC2EC4C5}" type="presParOf" srcId="{E147DF7A-8002-4A5E-91A5-171BCD01A581}" destId="{5332DC64-7601-45D8-AB02-AC985E382218}" srcOrd="0" destOrd="0" presId="urn:microsoft.com/office/officeart/2005/8/layout/hierarchy2"/>
    <dgm:cxn modelId="{D1E3DD29-FDEA-4F12-B1F3-E904FF310A15}" type="presParOf" srcId="{5332DC64-7601-45D8-AB02-AC985E382218}" destId="{BE71FB81-B4D2-4458-8E0F-84102E83F5CD}" srcOrd="0" destOrd="0" presId="urn:microsoft.com/office/officeart/2005/8/layout/hierarchy2"/>
    <dgm:cxn modelId="{16C13767-08CA-4872-A1CF-7327CAC02589}" type="presParOf" srcId="{E147DF7A-8002-4A5E-91A5-171BCD01A581}" destId="{4143984B-F5DC-4157-9C4C-1D7BA7D499A4}" srcOrd="1" destOrd="0" presId="urn:microsoft.com/office/officeart/2005/8/layout/hierarchy2"/>
    <dgm:cxn modelId="{D6054371-D4F1-42BF-967F-2898E571D9C3}" type="presParOf" srcId="{4143984B-F5DC-4157-9C4C-1D7BA7D499A4}" destId="{9514CED6-866B-4794-A313-B69E9B7F6D99}" srcOrd="0" destOrd="0" presId="urn:microsoft.com/office/officeart/2005/8/layout/hierarchy2"/>
    <dgm:cxn modelId="{2A635121-1CD4-4EEE-B452-E4B394F33C34}" type="presParOf" srcId="{4143984B-F5DC-4157-9C4C-1D7BA7D499A4}" destId="{D6D2D401-5ADC-4FDF-8891-0ADF7F889008}" srcOrd="1" destOrd="0" presId="urn:microsoft.com/office/officeart/2005/8/layout/hierarchy2"/>
    <dgm:cxn modelId="{EE67AE84-1C6F-4B84-BB4F-C116F9039990}" type="presParOf" srcId="{D6D2D401-5ADC-4FDF-8891-0ADF7F889008}" destId="{290299CF-1AC1-4B45-B479-DA5BDE79431B}" srcOrd="0" destOrd="0" presId="urn:microsoft.com/office/officeart/2005/8/layout/hierarchy2"/>
    <dgm:cxn modelId="{229C909A-D22D-451D-8AC4-FE3145466150}" type="presParOf" srcId="{290299CF-1AC1-4B45-B479-DA5BDE79431B}" destId="{B6A926E4-9832-4543-94DD-9122048F6ACF}" srcOrd="0" destOrd="0" presId="urn:microsoft.com/office/officeart/2005/8/layout/hierarchy2"/>
    <dgm:cxn modelId="{261F064D-0484-428B-96E3-E32AFB8EB606}" type="presParOf" srcId="{D6D2D401-5ADC-4FDF-8891-0ADF7F889008}" destId="{A19BF848-2085-4A93-A5FE-350F6B8AD546}" srcOrd="1" destOrd="0" presId="urn:microsoft.com/office/officeart/2005/8/layout/hierarchy2"/>
    <dgm:cxn modelId="{D7B1487D-18C3-4698-878E-620DC12B4211}" type="presParOf" srcId="{A19BF848-2085-4A93-A5FE-350F6B8AD546}" destId="{8D2ECF26-5F67-4AA6-8B45-DBCFD304EB28}" srcOrd="0" destOrd="0" presId="urn:microsoft.com/office/officeart/2005/8/layout/hierarchy2"/>
    <dgm:cxn modelId="{25A37A7B-C2C2-43DB-89AD-E315E2E2EA63}" type="presParOf" srcId="{A19BF848-2085-4A93-A5FE-350F6B8AD546}" destId="{0EA62332-5913-4F94-97C3-76E7CFDC52D2}" srcOrd="1" destOrd="0" presId="urn:microsoft.com/office/officeart/2005/8/layout/hierarchy2"/>
    <dgm:cxn modelId="{B6B87795-F819-4334-8A66-AE34ED83BC3D}" type="presParOf" srcId="{0EA62332-5913-4F94-97C3-76E7CFDC52D2}" destId="{F9B9438D-6CD6-4FA9-99DE-36F8888B738D}" srcOrd="0" destOrd="0" presId="urn:microsoft.com/office/officeart/2005/8/layout/hierarchy2"/>
    <dgm:cxn modelId="{89F98F2E-2156-49F9-B97A-1673645A4893}" type="presParOf" srcId="{F9B9438D-6CD6-4FA9-99DE-36F8888B738D}" destId="{A67E69C7-1C62-44A3-9984-C36155557904}" srcOrd="0" destOrd="0" presId="urn:microsoft.com/office/officeart/2005/8/layout/hierarchy2"/>
    <dgm:cxn modelId="{5871A5C7-5250-4E75-8BFA-54ADAA00DD65}" type="presParOf" srcId="{0EA62332-5913-4F94-97C3-76E7CFDC52D2}" destId="{B7384471-4A31-4CAE-993F-FEA4EE33B52F}" srcOrd="1" destOrd="0" presId="urn:microsoft.com/office/officeart/2005/8/layout/hierarchy2"/>
    <dgm:cxn modelId="{48D55921-1899-425E-B035-C72C9C0AA6C8}" type="presParOf" srcId="{B7384471-4A31-4CAE-993F-FEA4EE33B52F}" destId="{AD8F9382-2A4F-482A-89B7-5437EB800255}" srcOrd="0" destOrd="0" presId="urn:microsoft.com/office/officeart/2005/8/layout/hierarchy2"/>
    <dgm:cxn modelId="{E8683AFE-283E-46B8-842D-AD5E93FB6A61}" type="presParOf" srcId="{B7384471-4A31-4CAE-993F-FEA4EE33B52F}" destId="{D3D2D5B4-0A1A-4520-906C-FB16828D743F}" srcOrd="1" destOrd="0" presId="urn:microsoft.com/office/officeart/2005/8/layout/hierarchy2"/>
    <dgm:cxn modelId="{0EE96612-888C-419D-A945-48EBE11C4C93}" type="presParOf" srcId="{0EA62332-5913-4F94-97C3-76E7CFDC52D2}" destId="{F32FC610-FF1D-442E-A336-EC29F1F9C2C7}" srcOrd="2" destOrd="0" presId="urn:microsoft.com/office/officeart/2005/8/layout/hierarchy2"/>
    <dgm:cxn modelId="{7B878880-F780-48ED-A245-23C9A502EC30}" type="presParOf" srcId="{F32FC610-FF1D-442E-A336-EC29F1F9C2C7}" destId="{588D35A3-F69D-405B-B02C-A7862FC084D1}" srcOrd="0" destOrd="0" presId="urn:microsoft.com/office/officeart/2005/8/layout/hierarchy2"/>
    <dgm:cxn modelId="{DE2E8373-9F06-4FE6-BE1C-C2C0C35CC88A}" type="presParOf" srcId="{0EA62332-5913-4F94-97C3-76E7CFDC52D2}" destId="{7BF027B8-2992-4183-9811-C7E49DAE05A3}" srcOrd="3" destOrd="0" presId="urn:microsoft.com/office/officeart/2005/8/layout/hierarchy2"/>
    <dgm:cxn modelId="{0CF07BC1-A197-4A79-A716-23B84FD0CD9B}" type="presParOf" srcId="{7BF027B8-2992-4183-9811-C7E49DAE05A3}" destId="{5A0BDCA2-4531-411D-9D95-4F5E087A3528}" srcOrd="0" destOrd="0" presId="urn:microsoft.com/office/officeart/2005/8/layout/hierarchy2"/>
    <dgm:cxn modelId="{F69D6E58-F980-4CC5-B531-9413352E737D}" type="presParOf" srcId="{7BF027B8-2992-4183-9811-C7E49DAE05A3}" destId="{D419568D-0899-4BDD-A126-2354D817EB9B}" srcOrd="1" destOrd="0" presId="urn:microsoft.com/office/officeart/2005/8/layout/hierarchy2"/>
    <dgm:cxn modelId="{F6297461-D556-4BB8-A7E6-0810DCA9ECAA}" type="presParOf" srcId="{D6D2D401-5ADC-4FDF-8891-0ADF7F889008}" destId="{ADC7D347-34CB-44D5-95E5-EDD4A428C809}" srcOrd="2" destOrd="0" presId="urn:microsoft.com/office/officeart/2005/8/layout/hierarchy2"/>
    <dgm:cxn modelId="{81A1670E-8C66-4D37-B345-4FFDE30FF089}" type="presParOf" srcId="{ADC7D347-34CB-44D5-95E5-EDD4A428C809}" destId="{C0CD6FEC-E869-4154-B0D9-F8C84565932E}" srcOrd="0" destOrd="0" presId="urn:microsoft.com/office/officeart/2005/8/layout/hierarchy2"/>
    <dgm:cxn modelId="{8AEC6F9F-694E-4A99-858F-99E908525D2E}" type="presParOf" srcId="{D6D2D401-5ADC-4FDF-8891-0ADF7F889008}" destId="{4479A3C6-C4EA-4E99-ADE1-FF105DE3770F}" srcOrd="3" destOrd="0" presId="urn:microsoft.com/office/officeart/2005/8/layout/hierarchy2"/>
    <dgm:cxn modelId="{7FD74AC7-ADBA-4ECB-BA4F-3F7B602EC094}" type="presParOf" srcId="{4479A3C6-C4EA-4E99-ADE1-FF105DE3770F}" destId="{E42D750A-08A8-4993-9CBF-64CA18D18D27}" srcOrd="0" destOrd="0" presId="urn:microsoft.com/office/officeart/2005/8/layout/hierarchy2"/>
    <dgm:cxn modelId="{F6380841-BDCA-4F46-B8AB-3CC47E57CC41}" type="presParOf" srcId="{4479A3C6-C4EA-4E99-ADE1-FF105DE3770F}" destId="{D2EA8FC5-BBF0-49BC-BD4E-8BC45AA175AB}" srcOrd="1" destOrd="0" presId="urn:microsoft.com/office/officeart/2005/8/layout/hierarchy2"/>
    <dgm:cxn modelId="{718B7FC2-5C1A-48C4-A23D-C9D23A4929F3}" type="presParOf" srcId="{D2EA8FC5-BBF0-49BC-BD4E-8BC45AA175AB}" destId="{85184A2F-35FA-467B-8596-84A0CE4F3971}" srcOrd="0" destOrd="0" presId="urn:microsoft.com/office/officeart/2005/8/layout/hierarchy2"/>
    <dgm:cxn modelId="{0431DBBE-8B9C-4BFB-8F56-3ABCA57D7382}" type="presParOf" srcId="{85184A2F-35FA-467B-8596-84A0CE4F3971}" destId="{9076D0D2-85BA-4CBC-B5EE-807605A1BBD2}" srcOrd="0" destOrd="0" presId="urn:microsoft.com/office/officeart/2005/8/layout/hierarchy2"/>
    <dgm:cxn modelId="{7CCF8F6F-1575-4444-9005-57EB1787CFB4}" type="presParOf" srcId="{D2EA8FC5-BBF0-49BC-BD4E-8BC45AA175AB}" destId="{B7FE44CA-2F8D-4D65-8631-4B0D15A281B0}" srcOrd="1" destOrd="0" presId="urn:microsoft.com/office/officeart/2005/8/layout/hierarchy2"/>
    <dgm:cxn modelId="{E27C8FC0-A0C1-49FF-A81C-79CA1487B978}" type="presParOf" srcId="{B7FE44CA-2F8D-4D65-8631-4B0D15A281B0}" destId="{0F2A0A0E-3D13-4054-9B7C-E418E980601C}" srcOrd="0" destOrd="0" presId="urn:microsoft.com/office/officeart/2005/8/layout/hierarchy2"/>
    <dgm:cxn modelId="{1ECC00DC-979B-4325-A733-0ECC2ABD0B52}" type="presParOf" srcId="{B7FE44CA-2F8D-4D65-8631-4B0D15A281B0}" destId="{1D29DB07-ABA6-45E1-A7DF-E318293157E8}" srcOrd="1" destOrd="0" presId="urn:microsoft.com/office/officeart/2005/8/layout/hierarchy2"/>
    <dgm:cxn modelId="{74FBF8CC-64A4-4EED-BADF-DA30668EB405}" type="presParOf" srcId="{D2EA8FC5-BBF0-49BC-BD4E-8BC45AA175AB}" destId="{EB1D4018-FC07-455B-8010-E85FABEEDE05}" srcOrd="2" destOrd="0" presId="urn:microsoft.com/office/officeart/2005/8/layout/hierarchy2"/>
    <dgm:cxn modelId="{E0A04015-625D-47E2-A899-720A879A1D89}" type="presParOf" srcId="{EB1D4018-FC07-455B-8010-E85FABEEDE05}" destId="{74E066EA-3FB4-4970-B1C9-C19629E5BE7C}" srcOrd="0" destOrd="0" presId="urn:microsoft.com/office/officeart/2005/8/layout/hierarchy2"/>
    <dgm:cxn modelId="{CA43F31D-7105-4109-BC27-E2FD3598AA77}" type="presParOf" srcId="{D2EA8FC5-BBF0-49BC-BD4E-8BC45AA175AB}" destId="{0D1BBD8D-8552-4074-875A-4C5715614D4D}" srcOrd="3" destOrd="0" presId="urn:microsoft.com/office/officeart/2005/8/layout/hierarchy2"/>
    <dgm:cxn modelId="{063B7A38-9802-438B-8736-47FD9624A34C}" type="presParOf" srcId="{0D1BBD8D-8552-4074-875A-4C5715614D4D}" destId="{D1FE999A-D180-4E32-8192-E3953E4D19A8}" srcOrd="0" destOrd="0" presId="urn:microsoft.com/office/officeart/2005/8/layout/hierarchy2"/>
    <dgm:cxn modelId="{6870361E-181F-47B1-BB84-BB0D67DB5F93}" type="presParOf" srcId="{0D1BBD8D-8552-4074-875A-4C5715614D4D}" destId="{4D9699E5-CA0C-4EFB-831B-E3C795E1F2DA}" srcOrd="1" destOrd="0" presId="urn:microsoft.com/office/officeart/2005/8/layout/hierarchy2"/>
    <dgm:cxn modelId="{A11B2034-FA38-4904-80C4-D9AC1A4EB6CC}" type="presParOf" srcId="{E147DF7A-8002-4A5E-91A5-171BCD01A581}" destId="{13372CA2-696A-44D0-A948-6492C0CE63DC}" srcOrd="2" destOrd="0" presId="urn:microsoft.com/office/officeart/2005/8/layout/hierarchy2"/>
    <dgm:cxn modelId="{05AB5A1A-8AE1-4B4B-9549-191067E1A17D}" type="presParOf" srcId="{13372CA2-696A-44D0-A948-6492C0CE63DC}" destId="{2F79D7DF-2663-4CA8-8B2B-667796667317}" srcOrd="0" destOrd="0" presId="urn:microsoft.com/office/officeart/2005/8/layout/hierarchy2"/>
    <dgm:cxn modelId="{92301CD7-375B-4E64-9602-93A7FC7EE35B}" type="presParOf" srcId="{E147DF7A-8002-4A5E-91A5-171BCD01A581}" destId="{32D728D1-F316-422F-9B47-48095CF65F0C}" srcOrd="3" destOrd="0" presId="urn:microsoft.com/office/officeart/2005/8/layout/hierarchy2"/>
    <dgm:cxn modelId="{1FD4D8FE-8A14-499F-B464-C44ACB70F812}" type="presParOf" srcId="{32D728D1-F316-422F-9B47-48095CF65F0C}" destId="{FFCC62DC-06F8-4C40-89CE-0E47A513B99B}" srcOrd="0" destOrd="0" presId="urn:microsoft.com/office/officeart/2005/8/layout/hierarchy2"/>
    <dgm:cxn modelId="{287CCE6E-F820-4119-B7DD-D5D903296D41}" type="presParOf" srcId="{32D728D1-F316-422F-9B47-48095CF65F0C}" destId="{C600FFD2-8F17-446F-AAD7-55FDB3E89C51}" srcOrd="1" destOrd="0" presId="urn:microsoft.com/office/officeart/2005/8/layout/hierarchy2"/>
    <dgm:cxn modelId="{BB827A60-3767-4A30-A706-4A6E7F7CF769}" type="presParOf" srcId="{C600FFD2-8F17-446F-AAD7-55FDB3E89C51}" destId="{F4A912EB-175B-4354-8629-A1D00CE8D061}" srcOrd="0" destOrd="0" presId="urn:microsoft.com/office/officeart/2005/8/layout/hierarchy2"/>
    <dgm:cxn modelId="{CCC52E9C-F4DB-46C4-A319-2BA9940D9925}" type="presParOf" srcId="{F4A912EB-175B-4354-8629-A1D00CE8D061}" destId="{C8B81039-BB42-4CAB-A4D5-BD7EDF3A646A}" srcOrd="0" destOrd="0" presId="urn:microsoft.com/office/officeart/2005/8/layout/hierarchy2"/>
    <dgm:cxn modelId="{91C30063-8E55-4CEF-93BF-94CE10E12208}" type="presParOf" srcId="{C600FFD2-8F17-446F-AAD7-55FDB3E89C51}" destId="{5A26B4DE-69DA-4403-AE1A-794B0FC2A768}" srcOrd="1" destOrd="0" presId="urn:microsoft.com/office/officeart/2005/8/layout/hierarchy2"/>
    <dgm:cxn modelId="{96E17A8B-D10E-4E51-83C1-088356D29EB1}" type="presParOf" srcId="{5A26B4DE-69DA-4403-AE1A-794B0FC2A768}" destId="{FAF6497A-8E52-4655-8D47-8DDFC63BEDE0}" srcOrd="0" destOrd="0" presId="urn:microsoft.com/office/officeart/2005/8/layout/hierarchy2"/>
    <dgm:cxn modelId="{9722CEDB-5A25-4AAD-BD04-F2B8245FEA02}" type="presParOf" srcId="{5A26B4DE-69DA-4403-AE1A-794B0FC2A768}" destId="{CF4275AD-FB32-4E98-B471-3138FB5A63DD}" srcOrd="1" destOrd="0" presId="urn:microsoft.com/office/officeart/2005/8/layout/hierarchy2"/>
    <dgm:cxn modelId="{0E6A890A-71E7-49B5-A876-E6351378BF4B}" type="presParOf" srcId="{C600FFD2-8F17-446F-AAD7-55FDB3E89C51}" destId="{6EC3454E-AC3C-4015-99A2-B1806F6DBF48}" srcOrd="2" destOrd="0" presId="urn:microsoft.com/office/officeart/2005/8/layout/hierarchy2"/>
    <dgm:cxn modelId="{624015C8-4E1C-40A1-8C7C-D29146C5A613}" type="presParOf" srcId="{6EC3454E-AC3C-4015-99A2-B1806F6DBF48}" destId="{11145F5A-55A9-41E9-995B-E81CFAF0328B}" srcOrd="0" destOrd="0" presId="urn:microsoft.com/office/officeart/2005/8/layout/hierarchy2"/>
    <dgm:cxn modelId="{341B9C76-6531-426C-8E0F-2E2BDEF25CF8}" type="presParOf" srcId="{C600FFD2-8F17-446F-AAD7-55FDB3E89C51}" destId="{4574A5E6-7100-4906-8F32-5E57B7A10B1F}" srcOrd="3" destOrd="0" presId="urn:microsoft.com/office/officeart/2005/8/layout/hierarchy2"/>
    <dgm:cxn modelId="{E6810E6F-878D-4FE9-824C-0617FA06D2AA}" type="presParOf" srcId="{4574A5E6-7100-4906-8F32-5E57B7A10B1F}" destId="{09A77708-A363-4961-9B58-69121A71E0CD}" srcOrd="0" destOrd="0" presId="urn:microsoft.com/office/officeart/2005/8/layout/hierarchy2"/>
    <dgm:cxn modelId="{DC91966D-E522-4085-88B1-7972FB0BA39A}" type="presParOf" srcId="{4574A5E6-7100-4906-8F32-5E57B7A10B1F}" destId="{ED907425-1546-4D77-923D-AFA0A166EB8C}" srcOrd="1" destOrd="0" presId="urn:microsoft.com/office/officeart/2005/8/layout/hierarchy2"/>
    <dgm:cxn modelId="{AF1D1BF5-09F8-4F01-883A-A524FA84B794}" type="presParOf" srcId="{E147DF7A-8002-4A5E-91A5-171BCD01A581}" destId="{101C81A7-CA28-4D38-9EFD-38AA559697C8}" srcOrd="4" destOrd="0" presId="urn:microsoft.com/office/officeart/2005/8/layout/hierarchy2"/>
    <dgm:cxn modelId="{F95327F2-3E18-4C79-81BE-D68AD000BDCC}" type="presParOf" srcId="{101C81A7-CA28-4D38-9EFD-38AA559697C8}" destId="{8B5B581C-3658-462D-8590-0402EB54E0F5}" srcOrd="0" destOrd="0" presId="urn:microsoft.com/office/officeart/2005/8/layout/hierarchy2"/>
    <dgm:cxn modelId="{D90CFD27-ED49-4A42-9515-9F97427AB6BA}" type="presParOf" srcId="{E147DF7A-8002-4A5E-91A5-171BCD01A581}" destId="{78E5B0DC-F409-433A-9192-503B2D30B20F}" srcOrd="5" destOrd="0" presId="urn:microsoft.com/office/officeart/2005/8/layout/hierarchy2"/>
    <dgm:cxn modelId="{30B428E7-26E2-4D2B-B583-4251D29A9422}" type="presParOf" srcId="{78E5B0DC-F409-433A-9192-503B2D30B20F}" destId="{6F96C0B2-BF89-49C0-9D05-E99018DD56BF}" srcOrd="0" destOrd="0" presId="urn:microsoft.com/office/officeart/2005/8/layout/hierarchy2"/>
    <dgm:cxn modelId="{2FF981B1-2377-46A1-B0DD-244B41D31B1C}" type="presParOf" srcId="{78E5B0DC-F409-433A-9192-503B2D30B20F}" destId="{ADABC70C-8D48-45AC-A64C-058A469EA5D5}" srcOrd="1" destOrd="0" presId="urn:microsoft.com/office/officeart/2005/8/layout/hierarchy2"/>
    <dgm:cxn modelId="{70FB7BF0-B8CD-4FDA-BD65-AC7999503E91}" type="presParOf" srcId="{ADABC70C-8D48-45AC-A64C-058A469EA5D5}" destId="{EA35BADD-C989-49AE-923E-7B68C6E5A5DC}" srcOrd="0" destOrd="0" presId="urn:microsoft.com/office/officeart/2005/8/layout/hierarchy2"/>
    <dgm:cxn modelId="{DB04A18C-B227-4DCC-AD38-D9EF6B01FFC5}" type="presParOf" srcId="{EA35BADD-C989-49AE-923E-7B68C6E5A5DC}" destId="{9107A38A-F929-4EC5-AE75-94BF3D27F30B}" srcOrd="0" destOrd="0" presId="urn:microsoft.com/office/officeart/2005/8/layout/hierarchy2"/>
    <dgm:cxn modelId="{57C6746F-10FE-4D5C-954D-BEEFC7B8BFF6}" type="presParOf" srcId="{ADABC70C-8D48-45AC-A64C-058A469EA5D5}" destId="{F0274618-E608-48A9-ABA5-8B0DE015A330}" srcOrd="1" destOrd="0" presId="urn:microsoft.com/office/officeart/2005/8/layout/hierarchy2"/>
    <dgm:cxn modelId="{742203B5-3CA2-4E64-874E-EC8085A027A5}" type="presParOf" srcId="{F0274618-E608-48A9-ABA5-8B0DE015A330}" destId="{EA41201D-D5E7-40FE-A0E9-94B32AA448E6}" srcOrd="0" destOrd="0" presId="urn:microsoft.com/office/officeart/2005/8/layout/hierarchy2"/>
    <dgm:cxn modelId="{A690CBCF-0730-4E02-A611-2214A3E62BE8}" type="presParOf" srcId="{F0274618-E608-48A9-ABA5-8B0DE015A330}" destId="{8BDBD464-878F-4265-9D42-A0C56F9382C8}" srcOrd="1" destOrd="0" presId="urn:microsoft.com/office/officeart/2005/8/layout/hierarchy2"/>
    <dgm:cxn modelId="{8D20F2D1-5840-45EB-89D5-5404FE056774}" type="presParOf" srcId="{ADABC70C-8D48-45AC-A64C-058A469EA5D5}" destId="{2B3BF862-765C-4F7C-9F81-D0F1E2CD3CC0}" srcOrd="2" destOrd="0" presId="urn:microsoft.com/office/officeart/2005/8/layout/hierarchy2"/>
    <dgm:cxn modelId="{E8D065C0-99F3-49E0-9AAD-FF41905C304A}" type="presParOf" srcId="{2B3BF862-765C-4F7C-9F81-D0F1E2CD3CC0}" destId="{E1AC4CBE-B272-4C40-86DF-57DF285DB449}" srcOrd="0" destOrd="0" presId="urn:microsoft.com/office/officeart/2005/8/layout/hierarchy2"/>
    <dgm:cxn modelId="{43371B8E-678C-48BC-A51B-67DF1B40B3FD}" type="presParOf" srcId="{ADABC70C-8D48-45AC-A64C-058A469EA5D5}" destId="{DE8FE84D-20C0-4A14-B5CA-FCA7C1921C74}" srcOrd="3" destOrd="0" presId="urn:microsoft.com/office/officeart/2005/8/layout/hierarchy2"/>
    <dgm:cxn modelId="{6155580A-7EB4-4AE8-95BB-8C152CC4133D}" type="presParOf" srcId="{DE8FE84D-20C0-4A14-B5CA-FCA7C1921C74}" destId="{33B49213-64FB-4843-B6BE-6F3A8A4F05D5}" srcOrd="0" destOrd="0" presId="urn:microsoft.com/office/officeart/2005/8/layout/hierarchy2"/>
    <dgm:cxn modelId="{38353965-820D-47E4-B06F-563BA4966F51}" type="presParOf" srcId="{DE8FE84D-20C0-4A14-B5CA-FCA7C1921C74}" destId="{0177D05C-B3C0-4522-8AE4-89B861B256E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112568" cy="4752528"/>
        <a:chOff x="0" y="0"/>
        <a:chExt cx="5112568" cy="4752528"/>
      </a:xfrm>
    </dsp:grpSpPr>
    <dsp:sp modelId="{A223A56D-D674-4EFF-AB07-440A18B754A2}">
      <dsp:nvSpPr>
        <dsp:cNvPr id="3" name="椭圆 2"/>
        <dsp:cNvSpPr/>
      </dsp:nvSpPr>
      <dsp:spPr bwMode="white">
        <a:xfrm>
          <a:off x="1896211" y="1716191"/>
          <a:ext cx="1320147" cy="1320147"/>
        </a:xfrm>
        <a:prstGeom prst="ellipse">
          <a:avLst/>
        </a:prstGeom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8415" tIns="18415" rIns="18415" bIns="18415" anchor="ctr"/>
        <a:lstStyle>
          <a:lvl1pPr algn="ctr">
            <a:defRPr sz="2900"/>
          </a:lvl1pPr>
          <a:lvl2pPr marL="228600" indent="-228600" algn="ctr">
            <a:defRPr sz="2200"/>
          </a:lvl2pPr>
          <a:lvl3pPr marL="457200" indent="-228600" algn="ctr">
            <a:defRPr sz="2200"/>
          </a:lvl3pPr>
          <a:lvl4pPr marL="685800" indent="-228600" algn="ctr">
            <a:defRPr sz="2200"/>
          </a:lvl4pPr>
          <a:lvl5pPr marL="914400" indent="-228600" algn="ctr">
            <a:defRPr sz="2200"/>
          </a:lvl5pPr>
          <a:lvl6pPr marL="1143000" indent="-228600" algn="ctr">
            <a:defRPr sz="2200"/>
          </a:lvl6pPr>
          <a:lvl7pPr marL="1371600" indent="-228600" algn="ctr">
            <a:defRPr sz="2200"/>
          </a:lvl7pPr>
          <a:lvl8pPr marL="1600200" indent="-228600" algn="ctr">
            <a:defRPr sz="2200"/>
          </a:lvl8pPr>
          <a:lvl9pPr marL="1828800" indent="-228600" algn="ctr">
            <a:defRPr sz="2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/>
            <a:t>统计学</a:t>
          </a:r>
        </a:p>
      </dsp:txBody>
      <dsp:txXfrm>
        <a:off x="1896211" y="1716191"/>
        <a:ext cx="1320147" cy="1320147"/>
      </dsp:txXfrm>
    </dsp:sp>
    <dsp:sp modelId="{30ACE9EB-30A4-4A70-B9DB-145B171625F0}">
      <dsp:nvSpPr>
        <dsp:cNvPr id="4" name="任意多边形 3"/>
        <dsp:cNvSpPr/>
      </dsp:nvSpPr>
      <dsp:spPr bwMode="white">
        <a:xfrm>
          <a:off x="2358262" y="1494929"/>
          <a:ext cx="396044" cy="46479"/>
        </a:xfrm>
        <a:custGeom>
          <a:avLst/>
          <a:gdLst/>
          <a:ahLst/>
          <a:cxnLst/>
          <a:pathLst>
            <a:path w="624" h="73">
              <a:moveTo>
                <a:pt x="312" y="348"/>
              </a:moveTo>
              <a:lnTo>
                <a:pt x="312" y="-275"/>
              </a:lnTo>
            </a:path>
          </a:pathLst>
        </a:custGeom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accent3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b="1">
            <a:solidFill>
              <a:schemeClr val="tx1"/>
            </a:solidFill>
          </a:endParaRPr>
        </a:p>
      </dsp:txBody>
      <dsp:txXfrm>
        <a:off x="2358262" y="1494929"/>
        <a:ext cx="396044" cy="46479"/>
      </dsp:txXfrm>
    </dsp:sp>
    <dsp:sp modelId="{84A3EAC8-37DC-43B7-8AC5-F6C27B0980E1}">
      <dsp:nvSpPr>
        <dsp:cNvPr id="5" name="椭圆 4"/>
        <dsp:cNvSpPr/>
      </dsp:nvSpPr>
      <dsp:spPr bwMode="white">
        <a:xfrm>
          <a:off x="1896211" y="0"/>
          <a:ext cx="1320147" cy="1320147"/>
        </a:xfrm>
        <a:prstGeom prst="ellipse">
          <a:avLst/>
        </a:prstGeom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/>
            <a:t>企业发展战略</a:t>
          </a:r>
        </a:p>
      </dsp:txBody>
      <dsp:txXfrm>
        <a:off x="1896211" y="0"/>
        <a:ext cx="1320147" cy="1320147"/>
      </dsp:txXfrm>
    </dsp:sp>
    <dsp:sp modelId="{57C15EEF-0D18-4D22-BCA6-D809D74BBD2C}">
      <dsp:nvSpPr>
        <dsp:cNvPr id="6" name="任意多边形 5"/>
        <dsp:cNvSpPr/>
      </dsp:nvSpPr>
      <dsp:spPr bwMode="white">
        <a:xfrm>
          <a:off x="3101394" y="1923977"/>
          <a:ext cx="396044" cy="46479"/>
        </a:xfrm>
        <a:custGeom>
          <a:avLst/>
          <a:gdLst/>
          <a:ahLst/>
          <a:cxnLst/>
          <a:pathLst>
            <a:path w="624" h="73">
              <a:moveTo>
                <a:pt x="42" y="193"/>
              </a:moveTo>
              <a:lnTo>
                <a:pt x="582" y="-119"/>
              </a:lnTo>
            </a:path>
          </a:pathLst>
        </a:custGeom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accent3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b="1">
            <a:solidFill>
              <a:schemeClr val="tx1"/>
            </a:solidFill>
          </a:endParaRPr>
        </a:p>
      </dsp:txBody>
      <dsp:txXfrm>
        <a:off x="3101394" y="1923977"/>
        <a:ext cx="396044" cy="46479"/>
      </dsp:txXfrm>
    </dsp:sp>
    <dsp:sp modelId="{72B35C1E-5CED-43D4-A5BB-2A7F08AE9E06}">
      <dsp:nvSpPr>
        <dsp:cNvPr id="7" name="椭圆 6"/>
        <dsp:cNvSpPr/>
      </dsp:nvSpPr>
      <dsp:spPr bwMode="white">
        <a:xfrm>
          <a:off x="3382475" y="858095"/>
          <a:ext cx="1320147" cy="1320147"/>
        </a:xfrm>
        <a:prstGeom prst="ellipse">
          <a:avLst/>
        </a:prstGeom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lt1"/>
        </a:lnRef>
        <a:fillRef idx="1">
          <a:schemeClr val="accent2">
            <a:hueOff val="3804000"/>
            <a:satOff val="-7372"/>
            <a:lumOff val="-94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/>
            <a:t>质量管理</a:t>
          </a:r>
        </a:p>
      </dsp:txBody>
      <dsp:txXfrm>
        <a:off x="3382475" y="858095"/>
        <a:ext cx="1320147" cy="1320147"/>
      </dsp:txXfrm>
    </dsp:sp>
    <dsp:sp modelId="{DE844770-F531-4AAF-987D-8A631B7D19FB}">
      <dsp:nvSpPr>
        <dsp:cNvPr id="8" name="任意多边形 7"/>
        <dsp:cNvSpPr/>
      </dsp:nvSpPr>
      <dsp:spPr bwMode="white">
        <a:xfrm>
          <a:off x="3101394" y="2782072"/>
          <a:ext cx="396044" cy="46479"/>
        </a:xfrm>
        <a:custGeom>
          <a:avLst/>
          <a:gdLst/>
          <a:ahLst/>
          <a:cxnLst/>
          <a:pathLst>
            <a:path w="624" h="73">
              <a:moveTo>
                <a:pt x="42" y="-119"/>
              </a:moveTo>
              <a:lnTo>
                <a:pt x="582" y="193"/>
              </a:lnTo>
            </a:path>
          </a:pathLst>
        </a:custGeom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accent3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b="1">
            <a:solidFill>
              <a:schemeClr val="tx1"/>
            </a:solidFill>
          </a:endParaRPr>
        </a:p>
      </dsp:txBody>
      <dsp:txXfrm>
        <a:off x="3101394" y="2782072"/>
        <a:ext cx="396044" cy="46479"/>
      </dsp:txXfrm>
    </dsp:sp>
    <dsp:sp modelId="{AD3E733A-E8F6-4452-A025-5510C4C698CE}">
      <dsp:nvSpPr>
        <dsp:cNvPr id="9" name="椭圆 8"/>
        <dsp:cNvSpPr/>
      </dsp:nvSpPr>
      <dsp:spPr bwMode="white">
        <a:xfrm>
          <a:off x="3382475" y="2574286"/>
          <a:ext cx="1320147" cy="1320147"/>
        </a:xfrm>
        <a:prstGeom prst="ellipse">
          <a:avLst/>
        </a:prstGeom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lt1"/>
        </a:lnRef>
        <a:fillRef idx="1">
          <a:schemeClr val="accent2">
            <a:hueOff val="7608000"/>
            <a:satOff val="-14744"/>
            <a:lumOff val="-1881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/>
            <a:t>市场研究</a:t>
          </a:r>
        </a:p>
      </dsp:txBody>
      <dsp:txXfrm>
        <a:off x="3382475" y="2574286"/>
        <a:ext cx="1320147" cy="1320147"/>
      </dsp:txXfrm>
    </dsp:sp>
    <dsp:sp modelId="{114F3D2C-6AAE-4831-9A5C-6619338A1B2C}">
      <dsp:nvSpPr>
        <dsp:cNvPr id="10" name="任意多边形 9"/>
        <dsp:cNvSpPr/>
      </dsp:nvSpPr>
      <dsp:spPr bwMode="white">
        <a:xfrm>
          <a:off x="2358262" y="3211120"/>
          <a:ext cx="396044" cy="46479"/>
        </a:xfrm>
        <a:custGeom>
          <a:avLst/>
          <a:gdLst/>
          <a:ahLst/>
          <a:cxnLst/>
          <a:pathLst>
            <a:path w="624" h="73">
              <a:moveTo>
                <a:pt x="312" y="-275"/>
              </a:moveTo>
              <a:lnTo>
                <a:pt x="312" y="348"/>
              </a:lnTo>
            </a:path>
          </a:pathLst>
        </a:custGeom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accent3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b="1">
            <a:solidFill>
              <a:schemeClr val="tx1"/>
            </a:solidFill>
          </a:endParaRPr>
        </a:p>
      </dsp:txBody>
      <dsp:txXfrm>
        <a:off x="2358262" y="3211120"/>
        <a:ext cx="396044" cy="46479"/>
      </dsp:txXfrm>
    </dsp:sp>
    <dsp:sp modelId="{DA63A377-1F43-4031-A9AE-38ABBD972124}">
      <dsp:nvSpPr>
        <dsp:cNvPr id="11" name="椭圆 10"/>
        <dsp:cNvSpPr/>
      </dsp:nvSpPr>
      <dsp:spPr bwMode="white">
        <a:xfrm>
          <a:off x="1896211" y="3432381"/>
          <a:ext cx="1320147" cy="1320147"/>
        </a:xfrm>
        <a:prstGeom prst="ellipse">
          <a:avLst/>
        </a:prstGeom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lt1"/>
        </a:lnRef>
        <a:fillRef idx="1">
          <a:schemeClr val="accent2">
            <a:hueOff val="11412000"/>
            <a:satOff val="-22117"/>
            <a:lumOff val="-282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/>
            <a:t>财务分析</a:t>
          </a:r>
        </a:p>
      </dsp:txBody>
      <dsp:txXfrm>
        <a:off x="1896211" y="3432381"/>
        <a:ext cx="1320147" cy="1320147"/>
      </dsp:txXfrm>
    </dsp:sp>
    <dsp:sp modelId="{2B5CF064-340F-456D-8B9E-9DC25743FDE8}">
      <dsp:nvSpPr>
        <dsp:cNvPr id="12" name="任意多边形 11"/>
        <dsp:cNvSpPr/>
      </dsp:nvSpPr>
      <dsp:spPr bwMode="white">
        <a:xfrm>
          <a:off x="1615130" y="2782072"/>
          <a:ext cx="396044" cy="46479"/>
        </a:xfrm>
        <a:custGeom>
          <a:avLst/>
          <a:gdLst/>
          <a:ahLst/>
          <a:cxnLst/>
          <a:pathLst>
            <a:path w="624" h="73">
              <a:moveTo>
                <a:pt x="582" y="-119"/>
              </a:moveTo>
              <a:lnTo>
                <a:pt x="42" y="193"/>
              </a:lnTo>
            </a:path>
          </a:pathLst>
        </a:custGeom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accent3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b="1">
            <a:solidFill>
              <a:schemeClr val="tx1"/>
            </a:solidFill>
          </a:endParaRPr>
        </a:p>
      </dsp:txBody>
      <dsp:txXfrm>
        <a:off x="1615130" y="2782072"/>
        <a:ext cx="396044" cy="46479"/>
      </dsp:txXfrm>
    </dsp:sp>
    <dsp:sp modelId="{368E233C-C7E8-47F8-B8F6-1E1932A4AABA}">
      <dsp:nvSpPr>
        <dsp:cNvPr id="13" name="椭圆 12"/>
        <dsp:cNvSpPr/>
      </dsp:nvSpPr>
      <dsp:spPr bwMode="white">
        <a:xfrm>
          <a:off x="409946" y="2574286"/>
          <a:ext cx="1320147" cy="1320147"/>
        </a:xfrm>
        <a:prstGeom prst="ellipse">
          <a:avLst/>
        </a:prstGeom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lt1"/>
        </a:lnRef>
        <a:fillRef idx="1">
          <a:schemeClr val="accent2">
            <a:hueOff val="15216000"/>
            <a:satOff val="-29489"/>
            <a:lumOff val="-376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/>
            <a:t>经济预测</a:t>
          </a:r>
        </a:p>
      </dsp:txBody>
      <dsp:txXfrm>
        <a:off x="409946" y="2574286"/>
        <a:ext cx="1320147" cy="1320147"/>
      </dsp:txXfrm>
    </dsp:sp>
    <dsp:sp modelId="{943DD99D-183A-4940-9312-665E6663FD48}">
      <dsp:nvSpPr>
        <dsp:cNvPr id="14" name="任意多边形 13"/>
        <dsp:cNvSpPr/>
      </dsp:nvSpPr>
      <dsp:spPr bwMode="white">
        <a:xfrm>
          <a:off x="1615130" y="1923977"/>
          <a:ext cx="396044" cy="46479"/>
        </a:xfrm>
        <a:custGeom>
          <a:avLst/>
          <a:gdLst/>
          <a:ahLst/>
          <a:cxnLst/>
          <a:pathLst>
            <a:path w="624" h="73">
              <a:moveTo>
                <a:pt x="582" y="193"/>
              </a:moveTo>
              <a:lnTo>
                <a:pt x="42" y="-119"/>
              </a:lnTo>
            </a:path>
          </a:pathLst>
        </a:custGeom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accent3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b="1">
            <a:solidFill>
              <a:schemeClr val="tx1"/>
            </a:solidFill>
          </a:endParaRPr>
        </a:p>
      </dsp:txBody>
      <dsp:txXfrm>
        <a:off x="1615130" y="1923977"/>
        <a:ext cx="396044" cy="46479"/>
      </dsp:txXfrm>
    </dsp:sp>
    <dsp:sp modelId="{6080F633-6641-4B9C-AF99-D07811284EBA}">
      <dsp:nvSpPr>
        <dsp:cNvPr id="15" name="椭圆 14"/>
        <dsp:cNvSpPr/>
      </dsp:nvSpPr>
      <dsp:spPr bwMode="white">
        <a:xfrm>
          <a:off x="409946" y="858095"/>
          <a:ext cx="1320147" cy="1320147"/>
        </a:xfrm>
        <a:prstGeom prst="ellipse">
          <a:avLst/>
        </a:prstGeom>
        <a:scene3d>
          <a:camera prst="orthographicFront"/>
          <a:lightRig rig="threePt" dir="t"/>
        </a:scene3d>
        <a:sp3d>
          <a:bevelT/>
        </a:sp3d>
      </dsp:spPr>
      <dsp:style>
        <a:lnRef idx="2">
          <a:schemeClr val="lt1"/>
        </a:lnRef>
        <a:fillRef idx="1">
          <a:schemeClr val="accent2">
            <a:hueOff val="19020000"/>
            <a:satOff val="-36862"/>
            <a:lumOff val="-4705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4605" tIns="14605" rIns="14605" bIns="14605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/>
            <a:t>人力资源管理</a:t>
          </a:r>
        </a:p>
      </dsp:txBody>
      <dsp:txXfrm>
        <a:off x="409946" y="858095"/>
        <a:ext cx="1320147" cy="13201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200456" cy="4824536"/>
        <a:chOff x="0" y="0"/>
        <a:chExt cx="10200456" cy="4824536"/>
      </a:xfrm>
    </dsp:grpSpPr>
    <dsp:sp modelId="{80A03F51-D571-4B67-BADD-ACFE27FF05F0}">
      <dsp:nvSpPr>
        <dsp:cNvPr id="3" name="圆角矩形 2"/>
        <dsp:cNvSpPr/>
      </dsp:nvSpPr>
      <dsp:spPr bwMode="white">
        <a:xfrm>
          <a:off x="1769163" y="2454963"/>
          <a:ext cx="1138534" cy="569267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/>
            <a:t>数据的类型</a:t>
          </a:r>
        </a:p>
      </dsp:txBody>
      <dsp:txXfrm>
        <a:off x="1769163" y="2454963"/>
        <a:ext cx="1138534" cy="569267"/>
      </dsp:txXfrm>
    </dsp:sp>
    <dsp:sp modelId="{5332DC64-7601-45D8-AB02-AC985E382218}">
      <dsp:nvSpPr>
        <dsp:cNvPr id="4" name="任意多边形 3"/>
        <dsp:cNvSpPr/>
      </dsp:nvSpPr>
      <dsp:spPr bwMode="white">
        <a:xfrm>
          <a:off x="2364517" y="1992488"/>
          <a:ext cx="1541773" cy="21239"/>
        </a:xfrm>
        <a:custGeom>
          <a:avLst/>
          <a:gdLst/>
          <a:ahLst/>
          <a:cxnLst/>
          <a:pathLst>
            <a:path w="2428" h="33">
              <a:moveTo>
                <a:pt x="855" y="1177"/>
              </a:moveTo>
              <a:lnTo>
                <a:pt x="1573" y="-1143"/>
              </a:lnTo>
            </a:path>
          </a:pathLst>
        </a:custGeom>
      </dsp:spPr>
      <dsp:style>
        <a:lnRef idx="2">
          <a:schemeClr val="accent2"/>
        </a:lnRef>
        <a:fillRef idx="0">
          <a:schemeClr val="accent3">
            <a:tint val="90000"/>
          </a:schemeClr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>
            <a:solidFill>
              <a:schemeClr val="tx1"/>
            </a:solidFill>
          </a:endParaRPr>
        </a:p>
      </dsp:txBody>
      <dsp:txXfrm>
        <a:off x="2364517" y="1992488"/>
        <a:ext cx="1541773" cy="21239"/>
      </dsp:txXfrm>
    </dsp:sp>
    <dsp:sp modelId="{9514CED6-866B-4794-A313-B69E9B7F6D99}">
      <dsp:nvSpPr>
        <dsp:cNvPr id="5" name="圆角矩形 4"/>
        <dsp:cNvSpPr/>
      </dsp:nvSpPr>
      <dsp:spPr bwMode="white">
        <a:xfrm>
          <a:off x="3363110" y="981985"/>
          <a:ext cx="1138534" cy="569267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/>
            <a:t>按计量尺度</a:t>
          </a:r>
        </a:p>
      </dsp:txBody>
      <dsp:txXfrm>
        <a:off x="3363110" y="981985"/>
        <a:ext cx="1138534" cy="569267"/>
      </dsp:txXfrm>
    </dsp:sp>
    <dsp:sp modelId="{290299CF-1AC1-4B45-B479-DA5BDE79431B}">
      <dsp:nvSpPr>
        <dsp:cNvPr id="6" name="任意多边形 5"/>
        <dsp:cNvSpPr/>
      </dsp:nvSpPr>
      <dsp:spPr bwMode="white">
        <a:xfrm>
          <a:off x="4330610" y="928671"/>
          <a:ext cx="797482" cy="21239"/>
        </a:xfrm>
        <a:custGeom>
          <a:avLst/>
          <a:gdLst/>
          <a:ahLst/>
          <a:cxnLst/>
          <a:pathLst>
            <a:path w="1256" h="33">
              <a:moveTo>
                <a:pt x="269" y="532"/>
              </a:moveTo>
              <a:lnTo>
                <a:pt x="987" y="-499"/>
              </a:lnTo>
            </a:path>
          </a:pathLst>
        </a:custGeom>
      </dsp:spPr>
      <dsp:style>
        <a:lnRef idx="2">
          <a:schemeClr val="accent3"/>
        </a:lnRef>
        <a:fillRef idx="0">
          <a:schemeClr val="accent4">
            <a:tint val="70000"/>
          </a:schemeClr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>
            <a:solidFill>
              <a:schemeClr val="tx1"/>
            </a:solidFill>
          </a:endParaRPr>
        </a:p>
      </dsp:txBody>
      <dsp:txXfrm>
        <a:off x="4330610" y="928671"/>
        <a:ext cx="797482" cy="21239"/>
      </dsp:txXfrm>
    </dsp:sp>
    <dsp:sp modelId="{8D2ECF26-5F67-4AA6-8B45-DBCFD304EB28}">
      <dsp:nvSpPr>
        <dsp:cNvPr id="7" name="圆角矩形 6"/>
        <dsp:cNvSpPr/>
      </dsp:nvSpPr>
      <dsp:spPr bwMode="white">
        <a:xfrm>
          <a:off x="4957057" y="327328"/>
          <a:ext cx="1615511" cy="569267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dirty="0">
              <a:solidFill>
                <a:schemeClr val="bg1"/>
              </a:solidFill>
            </a:rPr>
            <a:t>类别数据</a:t>
          </a:r>
        </a:p>
      </dsp:txBody>
      <dsp:txXfrm>
        <a:off x="4957057" y="327328"/>
        <a:ext cx="1615511" cy="569267"/>
      </dsp:txXfrm>
    </dsp:sp>
    <dsp:sp modelId="{F9B9438D-6CD6-4FA9-99DE-36F8888B738D}">
      <dsp:nvSpPr>
        <dsp:cNvPr id="8" name="任意多边形 7"/>
        <dsp:cNvSpPr/>
      </dsp:nvSpPr>
      <dsp:spPr bwMode="white">
        <a:xfrm>
          <a:off x="6519853" y="437678"/>
          <a:ext cx="560843" cy="21239"/>
        </a:xfrm>
        <a:custGeom>
          <a:avLst/>
          <a:gdLst/>
          <a:ahLst/>
          <a:cxnLst/>
          <a:pathLst>
            <a:path w="883" h="33">
              <a:moveTo>
                <a:pt x="83" y="274"/>
              </a:moveTo>
              <a:lnTo>
                <a:pt x="800" y="-241"/>
              </a:lnTo>
            </a:path>
          </a:pathLst>
        </a:custGeom>
      </dsp:spPr>
      <dsp:style>
        <a:lnRef idx="2">
          <a:schemeClr val="accent4"/>
        </a:lnRef>
        <a:fillRef idx="0">
          <a:schemeClr val="accent5">
            <a:tint val="50000"/>
          </a:schemeClr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>
            <a:solidFill>
              <a:schemeClr val="tx1"/>
            </a:solidFill>
          </a:endParaRPr>
        </a:p>
      </dsp:txBody>
      <dsp:txXfrm>
        <a:off x="6519853" y="437678"/>
        <a:ext cx="560843" cy="21239"/>
      </dsp:txXfrm>
    </dsp:sp>
    <dsp:sp modelId="{AD8F9382-2A4F-482A-89B7-5437EB800255}">
      <dsp:nvSpPr>
        <dsp:cNvPr id="9" name="圆角矩形 8"/>
        <dsp:cNvSpPr/>
      </dsp:nvSpPr>
      <dsp:spPr bwMode="white">
        <a:xfrm>
          <a:off x="7027982" y="0"/>
          <a:ext cx="1403311" cy="569267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4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/>
            <a:t>无序类别数据</a:t>
          </a:r>
        </a:p>
      </dsp:txBody>
      <dsp:txXfrm>
        <a:off x="7027982" y="0"/>
        <a:ext cx="1403311" cy="569267"/>
      </dsp:txXfrm>
    </dsp:sp>
    <dsp:sp modelId="{F32FC610-FF1D-442E-A336-EC29F1F9C2C7}">
      <dsp:nvSpPr>
        <dsp:cNvPr id="10" name="任意多边形 9"/>
        <dsp:cNvSpPr/>
      </dsp:nvSpPr>
      <dsp:spPr bwMode="white">
        <a:xfrm>
          <a:off x="6519853" y="765007"/>
          <a:ext cx="560843" cy="21239"/>
        </a:xfrm>
        <a:custGeom>
          <a:avLst/>
          <a:gdLst/>
          <a:ahLst/>
          <a:cxnLst/>
          <a:pathLst>
            <a:path w="883" h="33">
              <a:moveTo>
                <a:pt x="83" y="-241"/>
              </a:moveTo>
              <a:lnTo>
                <a:pt x="800" y="274"/>
              </a:lnTo>
            </a:path>
          </a:pathLst>
        </a:custGeom>
      </dsp:spPr>
      <dsp:style>
        <a:lnRef idx="2">
          <a:schemeClr val="accent4"/>
        </a:lnRef>
        <a:fillRef idx="0">
          <a:schemeClr val="accent5">
            <a:tint val="50000"/>
          </a:schemeClr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>
            <a:solidFill>
              <a:schemeClr val="tx1"/>
            </a:solidFill>
          </a:endParaRPr>
        </a:p>
      </dsp:txBody>
      <dsp:txXfrm>
        <a:off x="6519853" y="765007"/>
        <a:ext cx="560843" cy="21239"/>
      </dsp:txXfrm>
    </dsp:sp>
    <dsp:sp modelId="{5A0BDCA2-4531-411D-9D95-4F5E087A3528}">
      <dsp:nvSpPr>
        <dsp:cNvPr id="11" name="圆角矩形 10"/>
        <dsp:cNvSpPr/>
      </dsp:nvSpPr>
      <dsp:spPr bwMode="white">
        <a:xfrm>
          <a:off x="7027982" y="654657"/>
          <a:ext cx="1403311" cy="569267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4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/>
            <a:t>有序类别数据</a:t>
          </a:r>
        </a:p>
      </dsp:txBody>
      <dsp:txXfrm>
        <a:off x="7027982" y="654657"/>
        <a:ext cx="1403311" cy="569267"/>
      </dsp:txXfrm>
    </dsp:sp>
    <dsp:sp modelId="{ADC7D347-34CB-44D5-95E5-EDD4A428C809}">
      <dsp:nvSpPr>
        <dsp:cNvPr id="12" name="任意多边形 11"/>
        <dsp:cNvSpPr/>
      </dsp:nvSpPr>
      <dsp:spPr bwMode="white">
        <a:xfrm>
          <a:off x="4330610" y="1583328"/>
          <a:ext cx="797482" cy="21239"/>
        </a:xfrm>
        <a:custGeom>
          <a:avLst/>
          <a:gdLst/>
          <a:ahLst/>
          <a:cxnLst/>
          <a:pathLst>
            <a:path w="1256" h="33">
              <a:moveTo>
                <a:pt x="269" y="-499"/>
              </a:moveTo>
              <a:lnTo>
                <a:pt x="987" y="532"/>
              </a:lnTo>
            </a:path>
          </a:pathLst>
        </a:custGeom>
      </dsp:spPr>
      <dsp:style>
        <a:lnRef idx="2">
          <a:schemeClr val="accent3"/>
        </a:lnRef>
        <a:fillRef idx="0">
          <a:schemeClr val="accent4">
            <a:tint val="70000"/>
          </a:schemeClr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>
            <a:solidFill>
              <a:schemeClr val="tx1"/>
            </a:solidFill>
          </a:endParaRPr>
        </a:p>
      </dsp:txBody>
      <dsp:txXfrm>
        <a:off x="4330610" y="1583328"/>
        <a:ext cx="797482" cy="21239"/>
      </dsp:txXfrm>
    </dsp:sp>
    <dsp:sp modelId="{E42D750A-08A8-4993-9CBF-64CA18D18D27}">
      <dsp:nvSpPr>
        <dsp:cNvPr id="13" name="圆角矩形 12"/>
        <dsp:cNvSpPr/>
      </dsp:nvSpPr>
      <dsp:spPr bwMode="white">
        <a:xfrm>
          <a:off x="4957057" y="1636642"/>
          <a:ext cx="1615511" cy="569267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>
              <a:solidFill>
                <a:schemeClr val="bg1"/>
              </a:solidFill>
            </a:rPr>
            <a:t>数值数据</a:t>
          </a:r>
        </a:p>
      </dsp:txBody>
      <dsp:txXfrm>
        <a:off x="4957057" y="1636642"/>
        <a:ext cx="1615511" cy="569267"/>
      </dsp:txXfrm>
    </dsp:sp>
    <dsp:sp modelId="{85184A2F-35FA-467B-8596-84A0CE4F3971}">
      <dsp:nvSpPr>
        <dsp:cNvPr id="14" name="任意多边形 13"/>
        <dsp:cNvSpPr/>
      </dsp:nvSpPr>
      <dsp:spPr bwMode="white">
        <a:xfrm>
          <a:off x="6519853" y="1746992"/>
          <a:ext cx="560843" cy="21239"/>
        </a:xfrm>
        <a:custGeom>
          <a:avLst/>
          <a:gdLst/>
          <a:ahLst/>
          <a:cxnLst/>
          <a:pathLst>
            <a:path w="883" h="33">
              <a:moveTo>
                <a:pt x="83" y="274"/>
              </a:moveTo>
              <a:lnTo>
                <a:pt x="800" y="-241"/>
              </a:lnTo>
            </a:path>
          </a:pathLst>
        </a:custGeom>
      </dsp:spPr>
      <dsp:style>
        <a:lnRef idx="2">
          <a:schemeClr val="accent4"/>
        </a:lnRef>
        <a:fillRef idx="0">
          <a:schemeClr val="accent5">
            <a:tint val="50000"/>
          </a:schemeClr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>
            <a:solidFill>
              <a:schemeClr val="tx1"/>
            </a:solidFill>
          </a:endParaRPr>
        </a:p>
      </dsp:txBody>
      <dsp:txXfrm>
        <a:off x="6519853" y="1746992"/>
        <a:ext cx="560843" cy="21239"/>
      </dsp:txXfrm>
    </dsp:sp>
    <dsp:sp modelId="{0F2A0A0E-3D13-4054-9B7C-E418E980601C}">
      <dsp:nvSpPr>
        <dsp:cNvPr id="15" name="圆角矩形 14"/>
        <dsp:cNvSpPr/>
      </dsp:nvSpPr>
      <dsp:spPr bwMode="white">
        <a:xfrm>
          <a:off x="7027982" y="1309314"/>
          <a:ext cx="1403311" cy="569267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4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/>
            <a:t>离散数据</a:t>
          </a:r>
        </a:p>
      </dsp:txBody>
      <dsp:txXfrm>
        <a:off x="7027982" y="1309314"/>
        <a:ext cx="1403311" cy="569267"/>
      </dsp:txXfrm>
    </dsp:sp>
    <dsp:sp modelId="{EB1D4018-FC07-455B-8010-E85FABEEDE05}">
      <dsp:nvSpPr>
        <dsp:cNvPr id="16" name="任意多边形 15"/>
        <dsp:cNvSpPr/>
      </dsp:nvSpPr>
      <dsp:spPr bwMode="white">
        <a:xfrm>
          <a:off x="6519853" y="2074320"/>
          <a:ext cx="560843" cy="21239"/>
        </a:xfrm>
        <a:custGeom>
          <a:avLst/>
          <a:gdLst/>
          <a:ahLst/>
          <a:cxnLst/>
          <a:pathLst>
            <a:path w="883" h="33">
              <a:moveTo>
                <a:pt x="83" y="-241"/>
              </a:moveTo>
              <a:lnTo>
                <a:pt x="800" y="274"/>
              </a:lnTo>
            </a:path>
          </a:pathLst>
        </a:custGeom>
      </dsp:spPr>
      <dsp:style>
        <a:lnRef idx="2">
          <a:schemeClr val="accent4"/>
        </a:lnRef>
        <a:fillRef idx="0">
          <a:schemeClr val="accent5">
            <a:tint val="50000"/>
          </a:schemeClr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>
            <a:solidFill>
              <a:schemeClr val="tx1"/>
            </a:solidFill>
          </a:endParaRPr>
        </a:p>
      </dsp:txBody>
      <dsp:txXfrm>
        <a:off x="6519853" y="2074320"/>
        <a:ext cx="560843" cy="21239"/>
      </dsp:txXfrm>
    </dsp:sp>
    <dsp:sp modelId="{D1FE999A-D180-4E32-8192-E3953E4D19A8}">
      <dsp:nvSpPr>
        <dsp:cNvPr id="17" name="圆角矩形 16"/>
        <dsp:cNvSpPr/>
      </dsp:nvSpPr>
      <dsp:spPr bwMode="white">
        <a:xfrm>
          <a:off x="7027982" y="1963970"/>
          <a:ext cx="1403311" cy="569267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4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/>
            <a:t>连续数据</a:t>
          </a:r>
        </a:p>
      </dsp:txBody>
      <dsp:txXfrm>
        <a:off x="7027982" y="1963970"/>
        <a:ext cx="1403311" cy="569267"/>
      </dsp:txXfrm>
    </dsp:sp>
    <dsp:sp modelId="{13372CA2-696A-44D0-A948-6492C0CE63DC}">
      <dsp:nvSpPr>
        <dsp:cNvPr id="18" name="任意多边形 17"/>
        <dsp:cNvSpPr/>
      </dsp:nvSpPr>
      <dsp:spPr bwMode="white">
        <a:xfrm>
          <a:off x="2893439" y="2810809"/>
          <a:ext cx="483929" cy="21239"/>
        </a:xfrm>
        <a:custGeom>
          <a:avLst/>
          <a:gdLst/>
          <a:ahLst/>
          <a:cxnLst/>
          <a:pathLst>
            <a:path w="762" h="33">
              <a:moveTo>
                <a:pt x="22" y="-112"/>
              </a:moveTo>
              <a:lnTo>
                <a:pt x="740" y="146"/>
              </a:lnTo>
            </a:path>
          </a:pathLst>
        </a:custGeom>
      </dsp:spPr>
      <dsp:style>
        <a:lnRef idx="2">
          <a:schemeClr val="accent2"/>
        </a:lnRef>
        <a:fillRef idx="0">
          <a:schemeClr val="accent3">
            <a:tint val="90000"/>
          </a:schemeClr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>
            <a:solidFill>
              <a:schemeClr val="tx1"/>
            </a:solidFill>
          </a:endParaRPr>
        </a:p>
      </dsp:txBody>
      <dsp:txXfrm>
        <a:off x="2893439" y="2810809"/>
        <a:ext cx="483929" cy="21239"/>
      </dsp:txXfrm>
    </dsp:sp>
    <dsp:sp modelId="{FFCC62DC-06F8-4C40-89CE-0E47A513B99B}">
      <dsp:nvSpPr>
        <dsp:cNvPr id="19" name="圆角矩形 18"/>
        <dsp:cNvSpPr/>
      </dsp:nvSpPr>
      <dsp:spPr bwMode="white">
        <a:xfrm>
          <a:off x="3363110" y="2618627"/>
          <a:ext cx="1138534" cy="569267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/>
            <a:t>按收集方法</a:t>
          </a:r>
        </a:p>
      </dsp:txBody>
      <dsp:txXfrm>
        <a:off x="3363110" y="2618627"/>
        <a:ext cx="1138534" cy="569267"/>
      </dsp:txXfrm>
    </dsp:sp>
    <dsp:sp modelId="{F4A912EB-175B-4354-8629-A1D00CE8D061}">
      <dsp:nvSpPr>
        <dsp:cNvPr id="20" name="任意多边形 19"/>
        <dsp:cNvSpPr/>
      </dsp:nvSpPr>
      <dsp:spPr bwMode="white">
        <a:xfrm>
          <a:off x="4448929" y="2728977"/>
          <a:ext cx="560843" cy="21239"/>
        </a:xfrm>
        <a:custGeom>
          <a:avLst/>
          <a:gdLst/>
          <a:ahLst/>
          <a:cxnLst/>
          <a:pathLst>
            <a:path w="883" h="33">
              <a:moveTo>
                <a:pt x="83" y="274"/>
              </a:moveTo>
              <a:lnTo>
                <a:pt x="800" y="-241"/>
              </a:lnTo>
            </a:path>
          </a:pathLst>
        </a:custGeom>
      </dsp:spPr>
      <dsp:style>
        <a:lnRef idx="2">
          <a:schemeClr val="accent3"/>
        </a:lnRef>
        <a:fillRef idx="0">
          <a:schemeClr val="accent4">
            <a:tint val="70000"/>
          </a:schemeClr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>
            <a:solidFill>
              <a:schemeClr val="tx1"/>
            </a:solidFill>
          </a:endParaRPr>
        </a:p>
      </dsp:txBody>
      <dsp:txXfrm>
        <a:off x="4448929" y="2728977"/>
        <a:ext cx="560843" cy="21239"/>
      </dsp:txXfrm>
    </dsp:sp>
    <dsp:sp modelId="{FAF6497A-8E52-4655-8D47-8DDFC63BEDE0}">
      <dsp:nvSpPr>
        <dsp:cNvPr id="21" name="圆角矩形 20"/>
        <dsp:cNvSpPr/>
      </dsp:nvSpPr>
      <dsp:spPr bwMode="white">
        <a:xfrm>
          <a:off x="4957057" y="2291299"/>
          <a:ext cx="1615511" cy="569267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>
              <a:solidFill>
                <a:schemeClr val="bg1"/>
              </a:solidFill>
            </a:rPr>
            <a:t>观测数据</a:t>
          </a:r>
        </a:p>
      </dsp:txBody>
      <dsp:txXfrm>
        <a:off x="4957057" y="2291299"/>
        <a:ext cx="1615511" cy="569267"/>
      </dsp:txXfrm>
    </dsp:sp>
    <dsp:sp modelId="{6EC3454E-AC3C-4015-99A2-B1806F6DBF48}">
      <dsp:nvSpPr>
        <dsp:cNvPr id="22" name="任意多边形 21"/>
        <dsp:cNvSpPr/>
      </dsp:nvSpPr>
      <dsp:spPr bwMode="white">
        <a:xfrm>
          <a:off x="4448929" y="3056305"/>
          <a:ext cx="560843" cy="21239"/>
        </a:xfrm>
        <a:custGeom>
          <a:avLst/>
          <a:gdLst/>
          <a:ahLst/>
          <a:cxnLst/>
          <a:pathLst>
            <a:path w="883" h="33">
              <a:moveTo>
                <a:pt x="83" y="-241"/>
              </a:moveTo>
              <a:lnTo>
                <a:pt x="800" y="274"/>
              </a:lnTo>
            </a:path>
          </a:pathLst>
        </a:custGeom>
      </dsp:spPr>
      <dsp:style>
        <a:lnRef idx="2">
          <a:schemeClr val="accent3"/>
        </a:lnRef>
        <a:fillRef idx="0">
          <a:schemeClr val="accent4">
            <a:tint val="70000"/>
          </a:schemeClr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>
            <a:solidFill>
              <a:schemeClr val="tx1"/>
            </a:solidFill>
          </a:endParaRPr>
        </a:p>
      </dsp:txBody>
      <dsp:txXfrm>
        <a:off x="4448929" y="3056305"/>
        <a:ext cx="560843" cy="21239"/>
      </dsp:txXfrm>
    </dsp:sp>
    <dsp:sp modelId="{09A77708-A363-4961-9B58-69121A71E0CD}">
      <dsp:nvSpPr>
        <dsp:cNvPr id="23" name="圆角矩形 22"/>
        <dsp:cNvSpPr/>
      </dsp:nvSpPr>
      <dsp:spPr bwMode="white">
        <a:xfrm>
          <a:off x="4957057" y="2945956"/>
          <a:ext cx="1615511" cy="569267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>
              <a:solidFill>
                <a:schemeClr val="bg1"/>
              </a:solidFill>
            </a:rPr>
            <a:t>实验数据</a:t>
          </a:r>
        </a:p>
      </dsp:txBody>
      <dsp:txXfrm>
        <a:off x="4957057" y="2945956"/>
        <a:ext cx="1615511" cy="569267"/>
      </dsp:txXfrm>
    </dsp:sp>
    <dsp:sp modelId="{101C81A7-CA28-4D38-9EFD-38AA559697C8}">
      <dsp:nvSpPr>
        <dsp:cNvPr id="24" name="任意多边形 23"/>
        <dsp:cNvSpPr/>
      </dsp:nvSpPr>
      <dsp:spPr bwMode="white">
        <a:xfrm>
          <a:off x="2364517" y="3465466"/>
          <a:ext cx="1541773" cy="21239"/>
        </a:xfrm>
        <a:custGeom>
          <a:avLst/>
          <a:gdLst/>
          <a:ahLst/>
          <a:cxnLst/>
          <a:pathLst>
            <a:path w="2428" h="33">
              <a:moveTo>
                <a:pt x="855" y="-1143"/>
              </a:moveTo>
              <a:lnTo>
                <a:pt x="1573" y="1177"/>
              </a:lnTo>
            </a:path>
          </a:pathLst>
        </a:custGeom>
      </dsp:spPr>
      <dsp:style>
        <a:lnRef idx="2">
          <a:schemeClr val="accent2"/>
        </a:lnRef>
        <a:fillRef idx="0">
          <a:schemeClr val="accent3">
            <a:tint val="90000"/>
          </a:schemeClr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>
            <a:solidFill>
              <a:schemeClr val="tx1"/>
            </a:solidFill>
          </a:endParaRPr>
        </a:p>
      </dsp:txBody>
      <dsp:txXfrm>
        <a:off x="2364517" y="3465466"/>
        <a:ext cx="1541773" cy="21239"/>
      </dsp:txXfrm>
    </dsp:sp>
    <dsp:sp modelId="{6F96C0B2-BF89-49C0-9D05-E99018DD56BF}">
      <dsp:nvSpPr>
        <dsp:cNvPr id="25" name="圆角矩形 24"/>
        <dsp:cNvSpPr/>
      </dsp:nvSpPr>
      <dsp:spPr bwMode="white">
        <a:xfrm>
          <a:off x="3363110" y="3927941"/>
          <a:ext cx="1138534" cy="569267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/>
            <a:t>按时间状况</a:t>
          </a:r>
        </a:p>
      </dsp:txBody>
      <dsp:txXfrm>
        <a:off x="3363110" y="3927941"/>
        <a:ext cx="1138534" cy="569267"/>
      </dsp:txXfrm>
    </dsp:sp>
    <dsp:sp modelId="{EA35BADD-C989-49AE-923E-7B68C6E5A5DC}">
      <dsp:nvSpPr>
        <dsp:cNvPr id="26" name="任意多边形 25"/>
        <dsp:cNvSpPr/>
      </dsp:nvSpPr>
      <dsp:spPr bwMode="white">
        <a:xfrm>
          <a:off x="4448929" y="4038291"/>
          <a:ext cx="560843" cy="21239"/>
        </a:xfrm>
        <a:custGeom>
          <a:avLst/>
          <a:gdLst/>
          <a:ahLst/>
          <a:cxnLst/>
          <a:pathLst>
            <a:path w="883" h="33">
              <a:moveTo>
                <a:pt x="83" y="274"/>
              </a:moveTo>
              <a:lnTo>
                <a:pt x="800" y="-241"/>
              </a:lnTo>
            </a:path>
          </a:pathLst>
        </a:custGeom>
      </dsp:spPr>
      <dsp:style>
        <a:lnRef idx="2">
          <a:schemeClr val="accent3"/>
        </a:lnRef>
        <a:fillRef idx="0">
          <a:schemeClr val="accent4">
            <a:tint val="70000"/>
          </a:schemeClr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>
            <a:solidFill>
              <a:schemeClr val="tx1"/>
            </a:solidFill>
          </a:endParaRPr>
        </a:p>
      </dsp:txBody>
      <dsp:txXfrm>
        <a:off x="4448929" y="4038291"/>
        <a:ext cx="560843" cy="21239"/>
      </dsp:txXfrm>
    </dsp:sp>
    <dsp:sp modelId="{EA41201D-D5E7-40FE-A0E9-94B32AA448E6}">
      <dsp:nvSpPr>
        <dsp:cNvPr id="27" name="圆角矩形 26"/>
        <dsp:cNvSpPr/>
      </dsp:nvSpPr>
      <dsp:spPr bwMode="white">
        <a:xfrm>
          <a:off x="4957057" y="3600612"/>
          <a:ext cx="1615511" cy="569267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>
              <a:solidFill>
                <a:schemeClr val="bg1"/>
              </a:solidFill>
            </a:rPr>
            <a:t>界面数据</a:t>
          </a:r>
        </a:p>
      </dsp:txBody>
      <dsp:txXfrm>
        <a:off x="4957057" y="3600612"/>
        <a:ext cx="1615511" cy="569267"/>
      </dsp:txXfrm>
    </dsp:sp>
    <dsp:sp modelId="{2B3BF862-765C-4F7C-9F81-D0F1E2CD3CC0}">
      <dsp:nvSpPr>
        <dsp:cNvPr id="28" name="任意多边形 27"/>
        <dsp:cNvSpPr/>
      </dsp:nvSpPr>
      <dsp:spPr bwMode="white">
        <a:xfrm>
          <a:off x="4448929" y="4365619"/>
          <a:ext cx="560843" cy="21239"/>
        </a:xfrm>
        <a:custGeom>
          <a:avLst/>
          <a:gdLst/>
          <a:ahLst/>
          <a:cxnLst/>
          <a:pathLst>
            <a:path w="883" h="33">
              <a:moveTo>
                <a:pt x="83" y="-241"/>
              </a:moveTo>
              <a:lnTo>
                <a:pt x="800" y="274"/>
              </a:lnTo>
            </a:path>
          </a:pathLst>
        </a:custGeom>
      </dsp:spPr>
      <dsp:style>
        <a:lnRef idx="2">
          <a:schemeClr val="accent3"/>
        </a:lnRef>
        <a:fillRef idx="0">
          <a:schemeClr val="accent4">
            <a:tint val="70000"/>
          </a:schemeClr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>
            <a:solidFill>
              <a:schemeClr val="tx1"/>
            </a:solidFill>
          </a:endParaRPr>
        </a:p>
      </dsp:txBody>
      <dsp:txXfrm>
        <a:off x="4448929" y="4365619"/>
        <a:ext cx="560843" cy="21239"/>
      </dsp:txXfrm>
    </dsp:sp>
    <dsp:sp modelId="{33B49213-64FB-4843-B6BE-6F3A8A4F05D5}">
      <dsp:nvSpPr>
        <dsp:cNvPr id="29" name="圆角矩形 28"/>
        <dsp:cNvSpPr/>
      </dsp:nvSpPr>
      <dsp:spPr bwMode="white">
        <a:xfrm>
          <a:off x="4957057" y="4255269"/>
          <a:ext cx="1615511" cy="569267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>
              <a:solidFill>
                <a:schemeClr val="bg1"/>
              </a:solidFill>
            </a:rPr>
            <a:t>时间序列数据</a:t>
          </a:r>
        </a:p>
      </dsp:txBody>
      <dsp:txXfrm>
        <a:off x="4957057" y="4255269"/>
        <a:ext cx="1615511" cy="5692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Sty" val="noArr"/>
              <dgm:param type="endSty" val="noArr"/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B7DB3-30DF-43FE-8C4B-1722B4800C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558D4-C6A0-4B92-951D-4C89C3A60A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l" defTabSz="914400">
              <a:buNone/>
            </a:pPr>
            <a:r>
              <a:rPr lang="zh-CN" altLang="en-US" sz="1200" b="0" i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初级课程的详细信息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和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或课目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项目所需的书籍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资料。</a:t>
            </a:r>
            <a:endParaRPr lang="zh-CN" altLang="en-US" sz="1200" b="0" i="0" baseline="0" dirty="0">
              <a:solidFill>
                <a:schemeClr val="tx1"/>
              </a:solidFill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914400">
              <a:buNone/>
            </a:pPr>
            <a:fld id="{A5D78FC6-CE17-4259-A63C-DDFC12E048FC}" type="slidenum">
              <a:rPr lang="en-US" altLang="zh-CN" sz="1200" b="0" i="0" smtClean="0">
                <a:latin typeface="Calibri" panose="020F0502020204030204"/>
                <a:ea typeface="宋体" pitchFamily="2" charset="-122"/>
                <a:cs typeface="+mn-cs"/>
              </a:rPr>
            </a:fld>
            <a:endParaRPr lang="zh-CN" altLang="en-US" sz="1200" b="0" i="0"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l" defTabSz="914400">
              <a:buNone/>
            </a:pPr>
            <a:r>
              <a:rPr lang="zh-CN" altLang="en-US" sz="1200" b="0" i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初级课程的详细信息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和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或课目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项目所需的书籍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资料。</a:t>
            </a:r>
            <a:endParaRPr lang="zh-CN" altLang="en-US" sz="1200" b="0" i="0" baseline="0" dirty="0">
              <a:solidFill>
                <a:schemeClr val="tx1"/>
              </a:solidFill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914400">
              <a:buNone/>
            </a:pPr>
            <a:fld id="{A5D78FC6-CE17-4259-A63C-DDFC12E048FC}" type="slidenum">
              <a:rPr lang="en-US" altLang="zh-CN" sz="1200" b="0" i="0" smtClean="0">
                <a:latin typeface="Calibri" panose="020F0502020204030204"/>
                <a:ea typeface="宋体" pitchFamily="2" charset="-122"/>
                <a:cs typeface="+mn-cs"/>
              </a:rPr>
            </a:fld>
            <a:endParaRPr lang="zh-CN" altLang="en-US" sz="1200" b="0" i="0"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l" defTabSz="914400">
              <a:buNone/>
            </a:pPr>
            <a:r>
              <a:rPr lang="zh-CN" altLang="en-US" sz="1200" b="0" i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初级课程的详细信息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和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或课目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项目所需的书籍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资料。</a:t>
            </a:r>
            <a:endParaRPr lang="zh-CN" altLang="en-US" sz="1200" b="0" i="0" baseline="0" dirty="0">
              <a:solidFill>
                <a:schemeClr val="tx1"/>
              </a:solidFill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914400">
              <a:buNone/>
            </a:pPr>
            <a:fld id="{A5D78FC6-CE17-4259-A63C-DDFC12E048FC}" type="slidenum">
              <a:rPr lang="en-US" altLang="zh-CN" sz="1200" b="0" i="0" smtClean="0">
                <a:latin typeface="Calibri" panose="020F0502020204030204"/>
                <a:ea typeface="宋体" pitchFamily="2" charset="-122"/>
                <a:cs typeface="+mn-cs"/>
              </a:rPr>
            </a:fld>
            <a:endParaRPr lang="zh-CN" altLang="en-US" sz="1200" b="0" i="0"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l" defTabSz="914400">
              <a:buNone/>
            </a:pPr>
            <a:r>
              <a:rPr lang="zh-CN" altLang="en-US" sz="1200" b="0" i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初级课程的详细信息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和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或课目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项目所需的书籍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资料。</a:t>
            </a:r>
            <a:endParaRPr lang="zh-CN" altLang="en-US" sz="1200" b="0" i="0" baseline="0" dirty="0">
              <a:solidFill>
                <a:schemeClr val="tx1"/>
              </a:solidFill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914400">
              <a:buNone/>
            </a:pPr>
            <a:fld id="{A5D78FC6-CE17-4259-A63C-DDFC12E048FC}" type="slidenum">
              <a:rPr lang="en-US" altLang="zh-CN" sz="1200" b="0" i="0" smtClean="0">
                <a:latin typeface="Calibri" panose="020F0502020204030204"/>
                <a:ea typeface="宋体" pitchFamily="2" charset="-122"/>
                <a:cs typeface="+mn-cs"/>
              </a:rPr>
            </a:fld>
            <a:endParaRPr lang="zh-CN" altLang="en-US" sz="1200" b="0" i="0"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l" defTabSz="914400">
              <a:buNone/>
            </a:pPr>
            <a:r>
              <a:rPr lang="zh-CN" altLang="en-US" sz="1200" b="0" i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初级课程的详细信息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和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或课目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项目所需的书籍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资料。</a:t>
            </a:r>
            <a:endParaRPr lang="zh-CN" altLang="en-US" sz="1200" b="0" i="0" baseline="0" dirty="0">
              <a:solidFill>
                <a:schemeClr val="tx1"/>
              </a:solidFill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914400">
              <a:buNone/>
            </a:pPr>
            <a:fld id="{A5D78FC6-CE17-4259-A63C-DDFC12E048FC}" type="slidenum">
              <a:rPr lang="en-US" altLang="zh-CN" sz="1200" b="0" i="0" smtClean="0">
                <a:latin typeface="Calibri" panose="020F0502020204030204"/>
                <a:ea typeface="宋体" pitchFamily="2" charset="-122"/>
                <a:cs typeface="+mn-cs"/>
              </a:rPr>
            </a:fld>
            <a:endParaRPr lang="zh-CN" altLang="en-US" sz="1200" b="0" i="0"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l" defTabSz="914400">
              <a:buNone/>
            </a:pPr>
            <a:r>
              <a:rPr lang="zh-CN" altLang="en-US" sz="1200" b="0" i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初级课程的详细信息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和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或课目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项目所需的书籍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资料。</a:t>
            </a:r>
            <a:endParaRPr lang="zh-CN" altLang="en-US" sz="1200" b="0" i="0" baseline="0" dirty="0">
              <a:solidFill>
                <a:schemeClr val="tx1"/>
              </a:solidFill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914400">
              <a:buNone/>
            </a:pPr>
            <a:fld id="{A5D78FC6-CE17-4259-A63C-DDFC12E048FC}" type="slidenum">
              <a:rPr lang="en-US" altLang="zh-CN" sz="1200" b="0" i="0" smtClean="0">
                <a:latin typeface="Calibri" panose="020F0502020204030204"/>
                <a:ea typeface="宋体" pitchFamily="2" charset="-122"/>
                <a:cs typeface="+mn-cs"/>
              </a:rPr>
            </a:fld>
            <a:endParaRPr lang="zh-CN" altLang="en-US" sz="1200" b="0" i="0"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l" defTabSz="914400">
              <a:buNone/>
            </a:pPr>
            <a:r>
              <a:rPr lang="zh-CN" altLang="en-US" sz="1200" b="0" i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初级课程的详细信息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和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或课目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项目所需的书籍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资料。</a:t>
            </a:r>
            <a:endParaRPr lang="zh-CN" altLang="en-US" sz="1200" b="0" i="0" baseline="0" dirty="0">
              <a:solidFill>
                <a:schemeClr val="tx1"/>
              </a:solidFill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914400">
              <a:buNone/>
            </a:pPr>
            <a:fld id="{A5D78FC6-CE17-4259-A63C-DDFC12E048FC}" type="slidenum">
              <a:rPr lang="en-US" altLang="zh-CN" sz="1200" b="0" i="0" smtClean="0">
                <a:latin typeface="Calibri" panose="020F0502020204030204"/>
                <a:ea typeface="宋体" pitchFamily="2" charset="-122"/>
                <a:cs typeface="+mn-cs"/>
              </a:rPr>
            </a:fld>
            <a:endParaRPr lang="zh-CN" altLang="en-US" sz="1200" b="0" i="0"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algn="l" defTabSz="914400">
              <a:buNone/>
            </a:pPr>
            <a:r>
              <a:rPr lang="zh-CN" altLang="en-US" sz="1200" b="0" i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初级课程的详细信息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和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或课目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项目所需的书籍</a:t>
            </a:r>
            <a:r>
              <a:rPr lang="en-US" altLang="zh-CN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/</a:t>
            </a:r>
            <a:r>
              <a:rPr lang="zh-CN" altLang="en-US" sz="1200" b="0" i="0" baseline="0" dirty="0">
                <a:solidFill>
                  <a:schemeClr val="tx1"/>
                </a:solidFill>
                <a:latin typeface="Calibri" panose="020F0502020204030204"/>
                <a:ea typeface="宋体" pitchFamily="2" charset="-122"/>
                <a:cs typeface="+mn-cs"/>
              </a:rPr>
              <a:t>资料。</a:t>
            </a:r>
            <a:endParaRPr lang="zh-CN" altLang="en-US" sz="1200" b="0" i="0" baseline="0" dirty="0">
              <a:solidFill>
                <a:schemeClr val="tx1"/>
              </a:solidFill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914400">
              <a:buNone/>
            </a:pPr>
            <a:fld id="{A5D78FC6-CE17-4259-A63C-DDFC12E048FC}" type="slidenum">
              <a:rPr lang="en-US" altLang="zh-CN" sz="1200" b="0" i="0" smtClean="0">
                <a:latin typeface="Calibri" panose="020F0502020204030204"/>
                <a:ea typeface="宋体" pitchFamily="2" charset="-122"/>
                <a:cs typeface="+mn-cs"/>
              </a:rPr>
            </a:fld>
            <a:endParaRPr lang="zh-CN" altLang="en-US" sz="1200" b="0" i="0"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fld id="{A192A68D-3DBE-4DB7-A092-DC9DAB0EA4B3}" type="datetime1">
              <a:rPr lang="zh-CN" altLang="en-US" smtClean="0"/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42"/>
            <a:ext cx="782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AC53DF-4216-466D-99A7-94400E6C2A25}" type="slidenum">
              <a:rPr lang="en-US" smtClean="0"/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0" y="2743200"/>
            <a:ext cx="9497484" cy="1673225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128000" y="6448252"/>
            <a:ext cx="3556000" cy="365125"/>
          </a:xfrm>
          <a:prstGeom prst="rect">
            <a:avLst/>
          </a:prstGeom>
        </p:spPr>
        <p:txBody>
          <a:bodyPr/>
          <a:lstStyle/>
          <a:p>
            <a:fld id="{913BE477-773F-45A1-9043-C5BB58DEC3E1}" type="datetime1">
              <a:rPr lang="zh-CN" altLang="en-US" smtClean="0"/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/>
            <a:fld id="{1AD93096-5B34-4342-9326-69289CEAE4C2}" type="slidenum">
              <a:rPr lang="en-US" smtClean="0"/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597171" y="6248210"/>
            <a:ext cx="744374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50533" y="1589567"/>
            <a:ext cx="5181600" cy="45720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>
          <a:xfrm>
            <a:off x="8128000" y="6448252"/>
            <a:ext cx="3556000" cy="365125"/>
          </a:xfrm>
          <a:prstGeom prst="rect">
            <a:avLst/>
          </a:prstGeom>
        </p:spPr>
        <p:txBody>
          <a:bodyPr rtlCol="0"/>
          <a:lstStyle/>
          <a:p>
            <a:fld id="{B7A8C118-B4EA-4F8F-B280-BEC0017066F1}" type="datetime1">
              <a:rPr lang="zh-CN" altLang="en-US" smtClean="0"/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>
          <a:xfrm>
            <a:off x="558130" y="6381328"/>
            <a:ext cx="616218" cy="357402"/>
          </a:xfrm>
          <a:prstGeom prst="rect">
            <a:avLst/>
          </a:prstGeom>
        </p:spPr>
        <p:txBody>
          <a:bodyPr rtlCol="0"/>
          <a:lstStyle/>
          <a:p>
            <a:pPr algn="ctr"/>
            <a:fld id="{1AD93096-5B34-4342-9326-69289CEAE4C2}" type="slidenum">
              <a:rPr lang="en-US" smtClean="0"/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597171" y="6248210"/>
            <a:ext cx="7443742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0" y="6448252"/>
            <a:ext cx="3556000" cy="365125"/>
          </a:xfrm>
          <a:prstGeom prst="rect">
            <a:avLst/>
          </a:prstGeom>
        </p:spPr>
        <p:txBody>
          <a:bodyPr/>
          <a:lstStyle/>
          <a:p>
            <a:fld id="{34CCC27A-CD2D-4F14-8F78-FCFFD7611D1B}" type="datetime1">
              <a:rPr lang="zh-CN" alt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97171" y="6248210"/>
            <a:ext cx="744374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58130" y="6381328"/>
            <a:ext cx="616218" cy="3574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0" y="6448252"/>
            <a:ext cx="3556000" cy="365125"/>
          </a:xfrm>
          <a:prstGeom prst="rect">
            <a:avLst/>
          </a:prstGeom>
        </p:spPr>
        <p:txBody>
          <a:bodyPr/>
          <a:lstStyle/>
          <a:p>
            <a:fld id="{06A809B8-18EF-491B-9E98-44BF0ECCAC83}" type="datetime1">
              <a:rPr lang="zh-CN" alt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97171" y="6248210"/>
            <a:ext cx="744374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D93096-5B34-4342-9326-69289CEAE4C2}" type="slidenum">
              <a:rPr lang="en-US" smtClean="0"/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448252"/>
            <a:ext cx="3556000" cy="365125"/>
          </a:xfrm>
          <a:prstGeom prst="rect">
            <a:avLst/>
          </a:prstGeom>
        </p:spPr>
        <p:txBody>
          <a:bodyPr/>
          <a:lstStyle/>
          <a:p>
            <a:fld id="{2DD03089-DCCC-45C0-A55C-324DDBBD19E4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7171" y="6248210"/>
            <a:ext cx="744374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58130" y="6381328"/>
            <a:ext cx="616218" cy="3574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8" name="Picture 7" descr="sm_pencil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864" y="1755651"/>
            <a:ext cx="2153743" cy="2145615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4"/>
            <a:ext cx="3556000" cy="365125"/>
          </a:xfrm>
          <a:prstGeom prst="rect">
            <a:avLst/>
          </a:prstGeom>
        </p:spPr>
        <p:txBody>
          <a:bodyPr rtlCol="0"/>
          <a:lstStyle/>
          <a:p>
            <a:fld id="{4B5E4466-AD65-4209-B65C-5868BC503B40}" type="datetime1">
              <a:rPr lang="zh-CN" altLang="en-US" smtClean="0"/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  <a:prstGeom prst="rect">
            <a:avLst/>
          </a:prstGeom>
        </p:spPr>
        <p:txBody>
          <a:bodyPr rtlCol="0"/>
          <a:lstStyle>
            <a:lvl1pPr>
              <a:defRPr sz="2800"/>
            </a:lvl1pPr>
          </a:lstStyle>
          <a:p>
            <a:pPr algn="ctr"/>
            <a:fld id="{1AD93096-5B34-4342-9326-69289CEAE4C2}" type="slidenum">
              <a:rPr lang="en-US" smtClean="0"/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10"/>
            <a:ext cx="60960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0" y="6448252"/>
            <a:ext cx="3556000" cy="365125"/>
          </a:xfrm>
          <a:prstGeom prst="rect">
            <a:avLst/>
          </a:prstGeom>
        </p:spPr>
        <p:txBody>
          <a:bodyPr/>
          <a:lstStyle/>
          <a:p>
            <a:fld id="{C6F0F4B9-8654-4666-B278-A56EF8AD24B9}" type="datetime1">
              <a:rPr lang="zh-CN" altLang="en-US" smtClean="0">
                <a:solidFill>
                  <a:schemeClr val="tx2"/>
                </a:solidFill>
              </a:rPr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7171" y="6248210"/>
            <a:ext cx="744374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58130" y="6381328"/>
            <a:ext cx="616218" cy="357402"/>
          </a:xfrm>
          <a:prstGeom prst="rect">
            <a:avLst/>
          </a:prstGeo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3"/>
            <a:ext cx="2743200" cy="5516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6"/>
            <a:ext cx="2946400" cy="365125"/>
          </a:xfrm>
          <a:prstGeom prst="rect">
            <a:avLst/>
          </a:prstGeom>
        </p:spPr>
        <p:txBody>
          <a:bodyPr/>
          <a:lstStyle/>
          <a:p>
            <a:fld id="{576E0A97-5F99-4E84-B6F5-25253CC05384}" type="datetime1">
              <a:rPr lang="zh-CN" altLang="en-US" smtClean="0">
                <a:solidFill>
                  <a:schemeClr val="tx2"/>
                </a:solidFill>
              </a:rPr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4" y="6248211"/>
            <a:ext cx="743131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8128425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5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5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5" y="103718"/>
            <a:ext cx="533400" cy="325968"/>
          </a:xfrm>
          <a:prstGeom prst="rect">
            <a:avLst/>
          </a:prstGeo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2107865" y="44624"/>
            <a:ext cx="9576135" cy="86529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508000" y="1520900"/>
            <a:ext cx="11180064" cy="47164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903633"/>
            <a:ext cx="12192000" cy="437133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903634"/>
            <a:ext cx="1959324" cy="4371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2" name="Rectangle 8"/>
          <p:cNvSpPr/>
          <p:nvPr userDrawn="1"/>
        </p:nvSpPr>
        <p:spPr>
          <a:xfrm>
            <a:off x="1" y="-1"/>
            <a:ext cx="1959324" cy="90991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-1" y="6381328"/>
            <a:ext cx="12200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13"/>
          <p:cNvSpPr txBox="1"/>
          <p:nvPr userDrawn="1"/>
        </p:nvSpPr>
        <p:spPr>
          <a:xfrm>
            <a:off x="-1" y="903632"/>
            <a:ext cx="1959324" cy="437134"/>
          </a:xfrm>
          <a:prstGeom prst="rect">
            <a:avLst/>
          </a:prstGeom>
        </p:spPr>
        <p:txBody>
          <a:bodyPr vert="horz" anchor="ctr" anchorCtr="0"/>
          <a:lstStyle>
            <a:defPPr>
              <a:defRPr lang="en-US"/>
            </a:defPPr>
            <a:lvl1pPr marL="0" algn="l" defTabSz="914400" rtl="0" latinLnBrk="0">
              <a:defRPr sz="14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统计学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》(</a:t>
            </a: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版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11"/>
          <p:cNvSpPr>
            <a:spLocks noChangeArrowheads="1"/>
          </p:cNvSpPr>
          <p:nvPr userDrawn="1"/>
        </p:nvSpPr>
        <p:spPr bwMode="auto">
          <a:xfrm>
            <a:off x="10692446" y="6433651"/>
            <a:ext cx="85566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zh-CN" sz="1600" b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1 - </a:t>
            </a:r>
            <a:fld id="{16EAF49E-217F-4E01-A667-C6B4D41E8F57}" type="slidenum">
              <a:rPr lang="en-US" altLang="zh-CN" sz="1600" b="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600" b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页脚占位符 4"/>
          <p:cNvSpPr txBox="1"/>
          <p:nvPr userDrawn="1"/>
        </p:nvSpPr>
        <p:spPr>
          <a:xfrm>
            <a:off x="4217505" y="641598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统计学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贾俊平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副标题 2"/>
          <p:cNvSpPr txBox="1"/>
          <p:nvPr userDrawn="1"/>
        </p:nvSpPr>
        <p:spPr>
          <a:xfrm>
            <a:off x="387625" y="6366290"/>
            <a:ext cx="1803251" cy="3923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fld id="{40D7A12C-C48C-4203-A694-F2B6F5190069}" type="datetime1">
              <a:rPr lang="zh-CN" altLang="en-US" sz="1600" b="1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Arial" panose="020B0604020202090204" pitchFamily="34" charset="0"/>
              </a:rPr>
            </a:fld>
            <a:endParaRPr lang="zh-CN" altLang="en-US" sz="1600" b="1" dirty="0">
              <a:solidFill>
                <a:schemeClr val="bg1">
                  <a:lumMod val="50000"/>
                </a:schemeClr>
              </a:solidFill>
              <a:effectLst/>
              <a:latin typeface="+mn-lt"/>
              <a:ea typeface="+mn-ea"/>
              <a:cs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sz="3200" kern="1200">
          <a:solidFill>
            <a:schemeClr val="tx2"/>
          </a:solidFill>
          <a:latin typeface="华文细黑" panose="02010600040101010101" pitchFamily="2" charset="-122"/>
          <a:ea typeface="华文细黑" panose="02010600040101010101" pitchFamily="2" charset="-122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 panose="05000000000000000000"/>
        <a:buChar char=""/>
        <a:defRPr sz="29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 panose="05020102010507070707"/>
        <a:buChar char=""/>
        <a:defRPr sz="26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 panose="05000000000000000000"/>
        <a:buChar char=""/>
        <a:defRPr sz="23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 panose="05000000000000000000"/>
        <a:buChar char=""/>
        <a:defRPr sz="20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 panose="05000000000000000000"/>
        <a:buChar char=""/>
        <a:defRPr sz="20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4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4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-57405" y="0"/>
            <a:ext cx="12271508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副标题 2"/>
          <p:cNvSpPr txBox="1"/>
          <p:nvPr/>
        </p:nvSpPr>
        <p:spPr>
          <a:xfrm>
            <a:off x="6096000" y="4864292"/>
            <a:ext cx="2653745" cy="176099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90204" pitchFamily="34" charset="0"/>
              </a:rPr>
              <a:t>贾俊平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Arial" panose="020B0604020202090204" pitchFamily="34" charset="0"/>
            </a:endParaRPr>
          </a:p>
          <a:p>
            <a:pPr>
              <a:lnSpc>
                <a:spcPct val="150000"/>
              </a:lnSpc>
            </a:pPr>
            <a:fld id="{40D7A12C-C48C-4203-A694-F2B6F5190069}" type="datetime1">
              <a:rPr lang="zh-CN" altLang="en-US" sz="3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90204" pitchFamily="34" charset="0"/>
              </a:rPr>
            </a:fld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Arial" panose="020B060402020209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405" y="-85059"/>
            <a:ext cx="12423070" cy="6943059"/>
          </a:xfrm>
          <a:prstGeom prst="rect">
            <a:avLst/>
          </a:prstGeom>
        </p:spPr>
      </p:pic>
      <p:sp>
        <p:nvSpPr>
          <p:cNvPr id="9" name="圆角矩形 4"/>
          <p:cNvSpPr/>
          <p:nvPr/>
        </p:nvSpPr>
        <p:spPr>
          <a:xfrm>
            <a:off x="1318436" y="2232837"/>
            <a:ext cx="9803219" cy="3785191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609600" indent="-60960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1.1  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统计及其应用领域 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  <a:p>
            <a:pPr marL="609600" indent="-60960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1.2  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统计数据的类型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  <a:p>
            <a:pPr marL="609600" indent="-60960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1.3  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统计中的几个基本概念 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  <a:p>
            <a:pPr marL="609600" indent="-609600">
              <a:lnSpc>
                <a:spcPct val="150000"/>
              </a:lnSpc>
              <a:defRPr/>
            </a:pP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56660" y="839972"/>
            <a:ext cx="9545916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    </a:t>
            </a:r>
            <a:r>
              <a:rPr lang="zh-CN" altLang="en-US" sz="4000" b="1" spc="15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导论</a:t>
            </a:r>
            <a:endParaRPr lang="zh-CN" altLang="en-US" sz="4000" b="1" spc="15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r"/>
      </p:transition>
    </mc:Choice>
    <mc:Fallback>
      <p:transition>
        <p:wipe dir="r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spcBef>
                <a:spcPts val="0"/>
              </a:spcBef>
            </a:pPr>
            <a:r>
              <a:rPr lang="zh-CN" altLang="en-US" sz="3000" b="1" dirty="0">
                <a:solidFill>
                  <a:srgbClr val="4F27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  读</a:t>
            </a:r>
            <a:endParaRPr lang="zh-CN" altLang="en-US" sz="3000" b="1" dirty="0">
              <a:solidFill>
                <a:srgbClr val="4F27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2"/>
          </p:nvPr>
        </p:nvSpPr>
        <p:spPr>
          <a:xfrm>
            <a:off x="623392" y="1556792"/>
            <a:ext cx="10873208" cy="4680520"/>
          </a:xfrm>
          <a:ln w="12700" cmpd="dbl">
            <a:solidFill>
              <a:schemeClr val="accent1"/>
            </a:solidFill>
          </a:ln>
        </p:spPr>
        <p:txBody>
          <a:bodyPr>
            <a:normAutofit fontScale="55000" lnSpcReduction="20000"/>
          </a:bodyPr>
          <a:lstStyle/>
          <a:p>
            <a:pPr marL="447675" lvl="1" indent="-447675" algn="just">
              <a:lnSpc>
                <a:spcPct val="150000"/>
              </a:lnSpc>
              <a:spcBef>
                <a:spcPts val="700"/>
              </a:spcBef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统计在许多领域都有应用。在日常生活中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我们也会经常接触到各种统计数据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比如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媒体报道中使用的一些统计数据、图表等。下面就是统计研究得到的一些结论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: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吸烟对健康是有害的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;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不结婚的男性会早逝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10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年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;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身材高的父亲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其子女的身材也较高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;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第二个出生的子女没有第一个聪明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第三个出生的子女没有第二个聪明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依此类推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;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两天服一片阿司匹林会减少心脏病第二次发作的概率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;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如果每天摄取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500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毫升维生素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C,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生命可延长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6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年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;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怕老婆的丈夫得心脏病的概率较大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;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学生在听了莫扎特钢琴曲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10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分钟后的推理测试会比他们听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10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分钟娱乐节目或其他曲目做得更好。这些结论是正确的吗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?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你相信这些结论吗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?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要正确阅读并理解这些数据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就需要具备一些统计学知识。</a:t>
            </a:r>
            <a:endParaRPr lang="zh-CN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lvl="1" indent="-447675" algn="just">
              <a:lnSpc>
                <a:spcPct val="150000"/>
              </a:lnSpc>
              <a:spcBef>
                <a:spcPts val="700"/>
              </a:spcBef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理解并掌握一些统计学知识对普通大众是有必要的。每天我们都会关心生活中的一些事情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其中就包含统计知识。比如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在外出旅游时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需要关心一段时间内的天气预报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;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在投资股票时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需要了解股票市场价格的信息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了解某只特定股票的有关财务信息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;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在观看世界杯足球赛时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需要了解各支球队的技术统计等。</a:t>
            </a:r>
            <a:endParaRPr lang="zh-CN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lvl="1" indent="-447675" algn="just">
              <a:lnSpc>
                <a:spcPct val="150000"/>
              </a:lnSpc>
              <a:spcBef>
                <a:spcPts val="700"/>
              </a:spcBef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理解和掌握一些统计知识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对政治家或制定政策的人来说更为重要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在他们做决策时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如果不懂统计可能会闹出笑话来。比如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一个统计办公室的主管是一位行政事务官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一次与统计学者开会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统计学者抱怨从其他部门得到的一些估计值没有给出标准误差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(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估计时的误差大小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表示估计的精度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),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这个主管马上问道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: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“误差也有标准吗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?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”一个统计顾问提交给茶叶委员会的报告中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含有标题为“饮茶人数的估计值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(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含标准误差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)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”的附表。不久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一封信被送到这个统计学者手中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问什么是人们喝红茶时的“标准误差”。健康部门的一位官员看到一个统计学者提供的报告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报告中提到去年由于某种疾病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平均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1 000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人中死亡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3.2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人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这位官员对这个数字产生了兴趣。他问他的私人秘书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,3.2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人是如何死法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?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他的秘书说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: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“先生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当一个统计学家说死了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3.2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人时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意味着三个人已经死了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zh-CN" altLang="zh-CN" dirty="0">
                <a:latin typeface="Arial" panose="020B0604020202090204" pitchFamily="34" charset="0"/>
                <a:cs typeface="Arial" panose="020B0604020202090204" pitchFamily="34" charset="0"/>
              </a:rPr>
              <a:t>两个人正要死。”</a:t>
            </a:r>
            <a:endParaRPr lang="zh-CN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" name="Rectangle 6"/>
          <p:cNvSpPr/>
          <p:nvPr/>
        </p:nvSpPr>
        <p:spPr bwMode="white">
          <a:xfrm>
            <a:off x="1991544" y="909918"/>
            <a:ext cx="10200456" cy="4308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/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理解统计对每个人都是必要的</a:t>
            </a:r>
            <a:endParaRPr lang="zh-CN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CN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en-US" altLang="zh-CN" sz="3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3000" b="1" dirty="0">
                <a:solidFill>
                  <a:srgbClr val="4F27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统计及其应用领域</a:t>
            </a:r>
            <a:endParaRPr lang="zh-CN" altLang="en-US" sz="3000" b="1" dirty="0">
              <a:solidFill>
                <a:srgbClr val="4F27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2"/>
          </p:nvPr>
        </p:nvSpPr>
        <p:spPr>
          <a:xfrm>
            <a:off x="551384" y="1556792"/>
            <a:ext cx="5256584" cy="4680520"/>
          </a:xfrm>
          <a:ln w="12700" cmpd="dbl"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447675" indent="-447675" algn="just">
              <a:lnSpc>
                <a:spcPct val="120000"/>
              </a:lnSpc>
              <a:buClr>
                <a:srgbClr val="318AAD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2200" b="1" dirty="0">
                <a:latin typeface="Arial" panose="020B0604020202090204" pitchFamily="34" charset="0"/>
                <a:cs typeface="Arial" panose="020B0604020202090204" pitchFamily="34" charset="0"/>
              </a:rPr>
              <a:t>各种定义</a:t>
            </a:r>
            <a:endParaRPr lang="en-US" altLang="zh-CN" sz="22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894080" lvl="1" indent="-357505" algn="just">
              <a:lnSpc>
                <a:spcPct val="12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200" dirty="0">
                <a:latin typeface="Arial" panose="020B0604020202090204" pitchFamily="34" charset="0"/>
                <a:cs typeface="Arial" panose="020B0604020202090204" pitchFamily="34" charset="0"/>
              </a:rPr>
              <a:t>统计学是收集、分析、表述和解释数据的科学</a:t>
            </a:r>
            <a:r>
              <a:rPr lang="en-US" altLang="zh-CN" sz="2200" dirty="0">
                <a:latin typeface="Arial" panose="020B0604020202090204" pitchFamily="34" charset="0"/>
                <a:cs typeface="Arial" panose="020B0604020202090204" pitchFamily="34" charset="0"/>
              </a:rPr>
              <a:t>(</a:t>
            </a:r>
            <a:r>
              <a:rPr lang="zh-CN" altLang="en-US" sz="2200" dirty="0">
                <a:latin typeface="Arial" panose="020B0604020202090204" pitchFamily="34" charset="0"/>
                <a:cs typeface="Arial" panose="020B0604020202090204" pitchFamily="34" charset="0"/>
              </a:rPr>
              <a:t>不列颠百科全书</a:t>
            </a:r>
            <a:r>
              <a:rPr lang="en-US" altLang="zh-CN" sz="2200" dirty="0">
                <a:latin typeface="Arial" panose="020B0604020202090204" pitchFamily="34" charset="0"/>
                <a:cs typeface="Arial" panose="020B0604020202090204" pitchFamily="34" charset="0"/>
              </a:rPr>
              <a:t>)</a:t>
            </a:r>
            <a:endParaRPr lang="en-US" altLang="zh-CN" sz="22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894080" lvl="1" indent="-357505" algn="just">
              <a:lnSpc>
                <a:spcPct val="12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200" dirty="0">
                <a:latin typeface="Arial" panose="020B0604020202090204" pitchFamily="34" charset="0"/>
                <a:cs typeface="Arial" panose="020B0604020202090204" pitchFamily="34" charset="0"/>
              </a:rPr>
              <a:t>统计是一门收集、分析、解释和提供数据的科学</a:t>
            </a:r>
            <a:r>
              <a:rPr lang="en-US" altLang="zh-CN" sz="2200" dirty="0">
                <a:latin typeface="Arial" panose="020B0604020202090204" pitchFamily="34" charset="0"/>
                <a:cs typeface="Arial" panose="020B0604020202090204" pitchFamily="34" charset="0"/>
              </a:rPr>
              <a:t>(</a:t>
            </a:r>
            <a:r>
              <a:rPr lang="zh-CN" altLang="en-US" sz="2200" dirty="0">
                <a:latin typeface="Arial" panose="020B0604020202090204" pitchFamily="34" charset="0"/>
                <a:cs typeface="Arial" panose="020B0604020202090204" pitchFamily="34" charset="0"/>
              </a:rPr>
              <a:t>韦伯斯特国际辞典第</a:t>
            </a:r>
            <a:r>
              <a:rPr lang="en-US" altLang="zh-CN" sz="2200" dirty="0">
                <a:latin typeface="Arial" panose="020B0604020202090204" pitchFamily="34" charset="0"/>
                <a:cs typeface="Arial" panose="020B0604020202090204" pitchFamily="34" charset="0"/>
              </a:rPr>
              <a:t>3</a:t>
            </a:r>
            <a:r>
              <a:rPr lang="zh-CN" altLang="en-US" sz="2200" dirty="0">
                <a:latin typeface="Arial" panose="020B0604020202090204" pitchFamily="34" charset="0"/>
                <a:cs typeface="Arial" panose="020B0604020202090204" pitchFamily="34" charset="0"/>
              </a:rPr>
              <a:t>版</a:t>
            </a:r>
            <a:r>
              <a:rPr lang="en-US" altLang="zh-CN" sz="2200" dirty="0">
                <a:latin typeface="Arial" panose="020B0604020202090204" pitchFamily="34" charset="0"/>
                <a:cs typeface="Arial" panose="020B0604020202090204" pitchFamily="34" charset="0"/>
              </a:rPr>
              <a:t>)</a:t>
            </a:r>
            <a:endParaRPr lang="en-US" altLang="zh-CN" sz="22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894080" lvl="1" indent="-357505" algn="just">
              <a:lnSpc>
                <a:spcPct val="12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200" dirty="0">
                <a:latin typeface="Arial" panose="020B0604020202090204" pitchFamily="34" charset="0"/>
                <a:cs typeface="Arial" panose="020B0604020202090204" pitchFamily="34" charset="0"/>
              </a:rPr>
              <a:t>统计指的是一组方法，用来设计实验、获得数据，然后在这些数据的基础上组织、概括、演示、分析、解释和得出结论</a:t>
            </a:r>
            <a:r>
              <a:rPr lang="en-US" altLang="zh-CN" sz="2200" dirty="0">
                <a:latin typeface="Arial" panose="020B0604020202090204" pitchFamily="34" charset="0"/>
                <a:cs typeface="Arial" panose="020B0604020202090204" pitchFamily="34" charset="0"/>
              </a:rPr>
              <a:t>(Mario </a:t>
            </a:r>
            <a:r>
              <a:rPr lang="en-US" altLang="zh-CN" sz="2200" dirty="0" err="1">
                <a:latin typeface="Arial" panose="020B0604020202090204" pitchFamily="34" charset="0"/>
                <a:cs typeface="Arial" panose="020B0604020202090204" pitchFamily="34" charset="0"/>
              </a:rPr>
              <a:t>F.Triola</a:t>
            </a:r>
            <a:r>
              <a:rPr lang="en-US" altLang="zh-CN" sz="2200" dirty="0">
                <a:latin typeface="Arial" panose="020B0604020202090204" pitchFamily="34" charset="0"/>
                <a:cs typeface="Arial" panose="020B0604020202090204" pitchFamily="34" charset="0"/>
              </a:rPr>
              <a:t>,《</a:t>
            </a:r>
            <a:r>
              <a:rPr lang="zh-CN" altLang="en-US" sz="2200" dirty="0">
                <a:latin typeface="Arial" panose="020B0604020202090204" pitchFamily="34" charset="0"/>
                <a:cs typeface="Arial" panose="020B0604020202090204" pitchFamily="34" charset="0"/>
              </a:rPr>
              <a:t>初级统计学</a:t>
            </a:r>
            <a:r>
              <a:rPr lang="en-US" altLang="zh-CN" sz="2200" dirty="0">
                <a:latin typeface="Arial" panose="020B0604020202090204" pitchFamily="34" charset="0"/>
                <a:cs typeface="Arial" panose="020B0604020202090204" pitchFamily="34" charset="0"/>
              </a:rPr>
              <a:t>》) </a:t>
            </a:r>
            <a:endParaRPr lang="en-US" altLang="zh-CN" sz="22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" name="Rectangle 6"/>
          <p:cNvSpPr/>
          <p:nvPr/>
        </p:nvSpPr>
        <p:spPr bwMode="white">
          <a:xfrm>
            <a:off x="1991544" y="909918"/>
            <a:ext cx="10200456" cy="4308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just"/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什么统计学</a:t>
            </a:r>
            <a:endParaRPr 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Content Placeholder 8"/>
          <p:cNvSpPr txBox="1"/>
          <p:nvPr/>
        </p:nvSpPr>
        <p:spPr>
          <a:xfrm>
            <a:off x="6023992" y="1556792"/>
            <a:ext cx="5616624" cy="4680520"/>
          </a:xfrm>
          <a:prstGeom prst="rect">
            <a:avLst/>
          </a:prstGeom>
          <a:ln w="12700" cmpd="dbl">
            <a:solidFill>
              <a:schemeClr val="accent1"/>
            </a:solidFill>
          </a:ln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>
              <a:lnSpc>
                <a:spcPct val="11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2200" b="1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收集、处理、分析、解释数据并从数据中得出结论的科学</a:t>
            </a:r>
            <a:endParaRPr lang="en-US" altLang="zh-CN" sz="2200" b="1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  <a:p>
            <a:pPr marL="894080" lvl="1" indent="-357505" algn="just">
              <a:lnSpc>
                <a:spcPct val="11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2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收集数据：取得数据</a:t>
            </a:r>
            <a:endParaRPr lang="zh-CN" altLang="en-US" sz="2200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  <a:p>
            <a:pPr marL="894080" lvl="1" indent="-357505" algn="just">
              <a:lnSpc>
                <a:spcPct val="11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2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处理数据：整理与图表展示 </a:t>
            </a:r>
            <a:endParaRPr lang="zh-CN" altLang="en-US" sz="2200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  <a:p>
            <a:pPr marL="894080" lvl="1" indent="-357505" algn="just">
              <a:lnSpc>
                <a:spcPct val="11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2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分析数据：利用统计方法分析数据</a:t>
            </a:r>
            <a:endParaRPr lang="zh-CN" altLang="en-US" sz="2200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  <a:p>
            <a:pPr marL="894080" lvl="1" indent="-357505" algn="just">
              <a:lnSpc>
                <a:spcPct val="11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2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数据解释：结果的说明</a:t>
            </a:r>
            <a:endParaRPr lang="zh-CN" altLang="en-US" sz="2200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  <a:p>
            <a:pPr marL="894080" lvl="1" indent="-357505" algn="just">
              <a:lnSpc>
                <a:spcPct val="11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2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得到结论：从数据分析中得出客观结论</a:t>
            </a:r>
            <a:endParaRPr lang="en-US" altLang="zh-CN" sz="2200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  <a:p>
            <a:pPr marL="894080" lvl="1" indent="-357505" algn="just">
              <a:lnSpc>
                <a:spcPct val="11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2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包括描述方法、推断方法及其他方法</a:t>
            </a:r>
            <a:endParaRPr lang="zh-CN" altLang="en-US" sz="2200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CN" sz="3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  </a:t>
            </a:r>
            <a:r>
              <a:rPr lang="zh-CN" altLang="en-US" sz="3000" b="1" dirty="0">
                <a:solidFill>
                  <a:srgbClr val="4F27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统计及其应用领域</a:t>
            </a:r>
            <a:endParaRPr lang="zh-CN" altLang="en-US" sz="3000" b="1" dirty="0">
              <a:solidFill>
                <a:srgbClr val="4F27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2"/>
          </p:nvPr>
        </p:nvSpPr>
        <p:spPr>
          <a:xfrm>
            <a:off x="623392" y="1556792"/>
            <a:ext cx="5184576" cy="4608512"/>
          </a:xfrm>
          <a:ln w="12700" cmpd="dbl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Clr>
                <a:srgbClr val="0070C0"/>
              </a:buClr>
              <a:buSzPct val="100000"/>
              <a:buNone/>
              <a:defRPr/>
            </a:pPr>
            <a:r>
              <a:rPr lang="zh-CN" altLang="en-US" sz="2200" b="1" dirty="0">
                <a:latin typeface="Arial" panose="020B0604020202090204" pitchFamily="34" charset="0"/>
                <a:cs typeface="Arial" panose="020B0604020202090204" pitchFamily="34" charset="0"/>
              </a:rPr>
              <a:t>描述统计</a:t>
            </a:r>
            <a:endParaRPr lang="en-US" altLang="zh-CN" sz="22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indent="-447675" algn="just">
              <a:lnSpc>
                <a:spcPct val="15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latin typeface="Arial" panose="020B0604020202090204" pitchFamily="34" charset="0"/>
                <a:cs typeface="Arial" panose="020B0604020202090204" pitchFamily="34" charset="0"/>
              </a:rPr>
              <a:t>研究数据收集、处理、汇总、图表描述、概括与分析等统计方法 </a:t>
            </a:r>
            <a:endParaRPr lang="en-US" altLang="zh-CN" sz="22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lvl="1" indent="-447675" algn="just">
              <a:lnSpc>
                <a:spcPct val="150000"/>
              </a:lnSpc>
              <a:spcBef>
                <a:spcPts val="700"/>
              </a:spcBef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latin typeface="Arial" panose="020B0604020202090204" pitchFamily="34" charset="0"/>
                <a:cs typeface="Arial" panose="020B0604020202090204" pitchFamily="34" charset="0"/>
              </a:rPr>
              <a:t>描述数据特征找出数据的基本规律</a:t>
            </a:r>
            <a:endParaRPr lang="en-US" altLang="zh-CN" sz="22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>
              <a:lnSpc>
                <a:spcPct val="15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1800" dirty="0">
                <a:latin typeface="Arial" panose="020B0604020202090204" pitchFamily="34" charset="0"/>
                <a:cs typeface="Arial" panose="020B0604020202090204" pitchFamily="34" charset="0"/>
              </a:rPr>
              <a:t>内容包括：搜集数据、整理数据、展示数据、描述性分析</a:t>
            </a:r>
            <a:endParaRPr lang="zh-CN" altLang="en-US" sz="18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" name="Rectangle 6"/>
          <p:cNvSpPr/>
          <p:nvPr/>
        </p:nvSpPr>
        <p:spPr bwMode="white">
          <a:xfrm>
            <a:off x="1991544" y="909918"/>
            <a:ext cx="10200456" cy="4308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just"/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描述统计与推断统计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Content Placeholder 8"/>
          <p:cNvSpPr txBox="1"/>
          <p:nvPr/>
        </p:nvSpPr>
        <p:spPr>
          <a:xfrm>
            <a:off x="5951984" y="1556792"/>
            <a:ext cx="5616624" cy="4608512"/>
          </a:xfrm>
          <a:prstGeom prst="rect">
            <a:avLst/>
          </a:prstGeom>
          <a:ln w="12700" cmpd="dbl">
            <a:solidFill>
              <a:schemeClr val="accent1"/>
            </a:solidFill>
          </a:ln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0070C0"/>
              </a:buClr>
              <a:buSzPct val="100000"/>
              <a:buNone/>
              <a:defRPr/>
            </a:pPr>
            <a:r>
              <a:rPr lang="zh-CN" altLang="en-US" sz="2200" b="1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推断统计</a:t>
            </a:r>
            <a:endParaRPr lang="en-US" altLang="zh-CN" sz="2200" b="1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  <a:p>
            <a:pPr marL="447675" indent="-447675" algn="just">
              <a:lnSpc>
                <a:spcPct val="15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研究如何利用样本数据来推断总体特征的统计方法</a:t>
            </a:r>
            <a:endParaRPr lang="en-US" altLang="zh-CN" sz="2200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  <a:p>
            <a:pPr marL="447675" indent="-447675" algn="just">
              <a:lnSpc>
                <a:spcPct val="15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对总体特征作出推断</a:t>
            </a:r>
            <a:endParaRPr lang="zh-CN" altLang="en-US" sz="2200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  <a:p>
            <a:pPr marL="716280" lvl="1" indent="-349250">
              <a:lnSpc>
                <a:spcPct val="15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18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内容包括：</a:t>
            </a:r>
            <a:r>
              <a:rPr lang="zh-CN" altLang="en-US" sz="18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  <a:sym typeface="Wingdings 2" panose="05020102010507070707" pitchFamily="18" charset="2"/>
              </a:rPr>
              <a:t>参数</a:t>
            </a:r>
            <a:r>
              <a:rPr lang="zh-CN" altLang="en-US" sz="18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估计、假设检验</a:t>
            </a:r>
            <a:endParaRPr lang="zh-CN" altLang="en-US" sz="1800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  <a:sym typeface="Wingdings 2" panose="05020102010507070707" pitchFamily="18" charset="2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CN" sz="3000" b="1" dirty="0">
                <a:solidFill>
                  <a:srgbClr val="C00000"/>
                </a:solidFill>
                <a:latin typeface="Tw Cen MT" panose="020B0602020104020603"/>
                <a:ea typeface="宋体" pitchFamily="2" charset="-122"/>
              </a:rPr>
              <a:t>1.1   </a:t>
            </a:r>
            <a:r>
              <a:rPr lang="zh-CN" altLang="en-US" sz="3000" b="1" dirty="0">
                <a:solidFill>
                  <a:srgbClr val="4F271C"/>
                </a:solidFill>
                <a:latin typeface="Tw Cen MT" panose="020B0602020104020603"/>
                <a:ea typeface="宋体" pitchFamily="2" charset="-122"/>
              </a:rPr>
              <a:t>统计及其应用领域</a:t>
            </a:r>
            <a:endParaRPr lang="zh-CN" altLang="en-US" sz="3000" b="1" dirty="0">
              <a:solidFill>
                <a:srgbClr val="4F271C"/>
              </a:solidFill>
              <a:latin typeface="Tw Cen MT" panose="020B0602020104020603"/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5"/>
          </p:nvPr>
        </p:nvSpPr>
        <p:spPr>
          <a:xfrm>
            <a:off x="8128000" y="6448252"/>
            <a:ext cx="3556000" cy="365125"/>
          </a:xfrm>
          <a:prstGeom prst="rect">
            <a:avLst/>
          </a:prstGeom>
        </p:spPr>
        <p:txBody>
          <a:bodyPr vert="horz" rtlCol="0" anchor="ctr" anchorCtr="0"/>
          <a:lstStyle>
            <a:defPPr>
              <a:defRPr lang="en-US"/>
            </a:defPPr>
            <a:lvl1pPr marL="0" algn="r" defTabSz="914400" rtl="0" latinLnBrk="0">
              <a:defRPr sz="14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D953C0-9E97-4F01-9464-4ECC29B00E3E}" type="datetime1">
              <a:rPr lang="zh-CN" altLang="en-US" smtClean="0"/>
            </a:fld>
            <a:endParaRPr lang="en-US" dirty="0"/>
          </a:p>
        </p:txBody>
      </p:sp>
      <p:sp>
        <p:nvSpPr>
          <p:cNvPr id="8" name="Rectangle 6"/>
          <p:cNvSpPr/>
          <p:nvPr/>
        </p:nvSpPr>
        <p:spPr bwMode="white">
          <a:xfrm>
            <a:off x="1991544" y="909918"/>
            <a:ext cx="10200456" cy="4308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just"/>
            <a:r>
              <a:rPr lang="zh-CN" altLang="en-US" sz="2400" b="1" dirty="0"/>
              <a:t>  统计的应用领域</a:t>
            </a:r>
            <a:endParaRPr lang="en-US" sz="2400" dirty="0"/>
          </a:p>
        </p:txBody>
      </p:sp>
      <p:graphicFrame>
        <p:nvGraphicFramePr>
          <p:cNvPr id="6" name="图示 5"/>
          <p:cNvGraphicFramePr/>
          <p:nvPr/>
        </p:nvGraphicFramePr>
        <p:xfrm>
          <a:off x="1127448" y="1484784"/>
          <a:ext cx="5112568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384033" y="1484784"/>
            <a:ext cx="4968552" cy="4684982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9580" indent="-44958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600" dirty="0">
                <a:ea typeface="华文细黑" panose="02010600040101010101" pitchFamily="2" charset="-122"/>
              </a:rPr>
              <a:t>统计滥用</a:t>
            </a:r>
            <a:endParaRPr lang="zh-CN" altLang="en-US" sz="2600" dirty="0">
              <a:ea typeface="华文细黑" panose="02010600040101010101" pitchFamily="2" charset="-122"/>
            </a:endParaRPr>
          </a:p>
          <a:p>
            <a:pPr marL="811530" lvl="1" indent="-36830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ea typeface="华文细黑" panose="02010600040101010101" pitchFamily="2" charset="-122"/>
              </a:rPr>
              <a:t>不好的样本或过小的样本</a:t>
            </a:r>
            <a:endParaRPr lang="zh-CN" altLang="en-US" sz="2200" dirty="0">
              <a:ea typeface="华文细黑" panose="02010600040101010101" pitchFamily="2" charset="-122"/>
            </a:endParaRPr>
          </a:p>
          <a:p>
            <a:pPr marL="811530" lvl="1" indent="-36830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ea typeface="华文细黑" panose="02010600040101010101" pitchFamily="2" charset="-122"/>
              </a:rPr>
              <a:t>误导性图表</a:t>
            </a:r>
            <a:endParaRPr lang="zh-CN" altLang="en-US" sz="2200" dirty="0">
              <a:ea typeface="华文细黑" panose="02010600040101010101" pitchFamily="2" charset="-122"/>
            </a:endParaRPr>
          </a:p>
          <a:p>
            <a:pPr marL="811530" lvl="1" indent="-36830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ea typeface="华文细黑" panose="02010600040101010101" pitchFamily="2" charset="-122"/>
              </a:rPr>
              <a:t>局部描述</a:t>
            </a:r>
            <a:endParaRPr lang="zh-CN" altLang="en-US" sz="2200" dirty="0">
              <a:ea typeface="华文细黑" panose="02010600040101010101" pitchFamily="2" charset="-122"/>
            </a:endParaRPr>
          </a:p>
          <a:p>
            <a:pPr marL="811530" lvl="1" indent="-36830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ea typeface="华文细黑" panose="02010600040101010101" pitchFamily="2" charset="-122"/>
              </a:rPr>
              <a:t>故意曲解</a:t>
            </a:r>
            <a:endParaRPr lang="zh-CN" altLang="en-US" sz="2200" dirty="0">
              <a:ea typeface="华文细黑" panose="02010600040101010101" pitchFamily="2" charset="-122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CN" sz="3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  </a:t>
            </a:r>
            <a:r>
              <a:rPr lang="zh-CN" altLang="en-US" sz="3000" b="1" dirty="0">
                <a:solidFill>
                  <a:srgbClr val="4F27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统计数据的类型</a:t>
            </a:r>
            <a:endParaRPr lang="zh-CN" altLang="en-US" sz="3000" b="1" dirty="0">
              <a:solidFill>
                <a:srgbClr val="4F27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2"/>
          </p:nvPr>
        </p:nvSpPr>
        <p:spPr>
          <a:xfrm>
            <a:off x="740362" y="1556792"/>
            <a:ext cx="3456384" cy="4608512"/>
          </a:xfrm>
          <a:ln w="12700" cmpd="dbl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Clr>
                <a:srgbClr val="0070C0"/>
              </a:buClr>
              <a:buSzPct val="100000"/>
              <a:buNone/>
              <a:defRPr/>
            </a:pPr>
            <a:r>
              <a:rPr lang="zh-CN" altLang="en-US" sz="2200" b="1" dirty="0">
                <a:latin typeface="Arial" panose="020B0604020202090204" pitchFamily="34" charset="0"/>
                <a:cs typeface="Arial" panose="020B0604020202090204" pitchFamily="34" charset="0"/>
              </a:rPr>
              <a:t>按计量尺度</a:t>
            </a:r>
            <a:endParaRPr lang="en-US" altLang="zh-CN" sz="22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indent="-447675" algn="just">
              <a:lnSpc>
                <a:spcPct val="12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latin typeface="Arial" panose="020B0604020202090204" pitchFamily="34" charset="0"/>
                <a:cs typeface="Arial" panose="020B0604020202090204" pitchFamily="34" charset="0"/>
              </a:rPr>
              <a:t>分类数据</a:t>
            </a:r>
            <a:r>
              <a:rPr lang="en-US" altLang="zh-CN" sz="2200" dirty="0">
                <a:latin typeface="Arial" panose="020B0604020202090204" pitchFamily="34" charset="0"/>
                <a:cs typeface="Arial" panose="020B0604020202090204" pitchFamily="34" charset="0"/>
              </a:rPr>
              <a:t>(categorical data) </a:t>
            </a:r>
            <a:endParaRPr lang="en-US" altLang="zh-CN" sz="22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 algn="just">
              <a:lnSpc>
                <a:spcPct val="12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1800" dirty="0">
                <a:latin typeface="Arial" panose="020B0604020202090204" pitchFamily="34" charset="0"/>
                <a:cs typeface="Arial" panose="020B0604020202090204" pitchFamily="34" charset="0"/>
              </a:rPr>
              <a:t>只能归于某一类别的非数字型数据</a:t>
            </a:r>
            <a:endParaRPr lang="zh-CN" altLang="en-US" sz="18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 algn="just">
              <a:lnSpc>
                <a:spcPct val="12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1800" dirty="0">
                <a:latin typeface="Arial" panose="020B0604020202090204" pitchFamily="34" charset="0"/>
                <a:cs typeface="Arial" panose="020B0604020202090204" pitchFamily="34" charset="0"/>
              </a:rPr>
              <a:t>有无序分类和有序分类</a:t>
            </a:r>
            <a:endParaRPr lang="en-US" altLang="zh-CN" sz="18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indent="-447675" algn="just">
              <a:lnSpc>
                <a:spcPct val="12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latin typeface="Arial" panose="020B0604020202090204" pitchFamily="34" charset="0"/>
                <a:cs typeface="Arial" panose="020B0604020202090204" pitchFamily="34" charset="0"/>
              </a:rPr>
              <a:t>数值数据</a:t>
            </a:r>
            <a:r>
              <a:rPr lang="en-US" altLang="zh-CN" sz="2200" dirty="0">
                <a:latin typeface="Arial" panose="020B0604020202090204" pitchFamily="34" charset="0"/>
                <a:cs typeface="Arial" panose="020B0604020202090204" pitchFamily="34" charset="0"/>
              </a:rPr>
              <a:t>(metric data) </a:t>
            </a:r>
            <a:endParaRPr lang="en-US" altLang="zh-CN" sz="22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 algn="just">
              <a:lnSpc>
                <a:spcPct val="12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1800" dirty="0">
                <a:latin typeface="Arial" panose="020B0604020202090204" pitchFamily="34" charset="0"/>
                <a:cs typeface="Arial" panose="020B0604020202090204" pitchFamily="34" charset="0"/>
              </a:rPr>
              <a:t>按数字尺度测量的观察值</a:t>
            </a:r>
            <a:endParaRPr lang="zh-CN" altLang="en-US" sz="18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 algn="just">
              <a:lnSpc>
                <a:spcPct val="12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1800" dirty="0">
                <a:latin typeface="Arial" panose="020B0604020202090204" pitchFamily="34" charset="0"/>
                <a:cs typeface="Arial" panose="020B0604020202090204" pitchFamily="34" charset="0"/>
              </a:rPr>
              <a:t>有离散数据和连续数据</a:t>
            </a:r>
            <a:endParaRPr lang="en-US" altLang="zh-CN" sz="1800" dirty="0">
              <a:latin typeface="Arial" panose="020B0604020202090204" pitchFamily="34" charset="0"/>
              <a:cs typeface="Arial" panose="020B0604020202090204" pitchFamily="34" charset="0"/>
              <a:sym typeface="Wingdings 3" panose="05040102010807070707" pitchFamily="18" charset="2"/>
            </a:endParaRPr>
          </a:p>
        </p:txBody>
      </p:sp>
      <p:sp>
        <p:nvSpPr>
          <p:cNvPr id="8" name="Rectangle 6"/>
          <p:cNvSpPr/>
          <p:nvPr/>
        </p:nvSpPr>
        <p:spPr bwMode="white">
          <a:xfrm>
            <a:off x="1991544" y="909918"/>
            <a:ext cx="10200456" cy="4308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just"/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不同角度的分类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Content Placeholder 8"/>
          <p:cNvSpPr txBox="1"/>
          <p:nvPr/>
        </p:nvSpPr>
        <p:spPr>
          <a:xfrm>
            <a:off x="4340762" y="1556792"/>
            <a:ext cx="3456384" cy="4608512"/>
          </a:xfrm>
          <a:prstGeom prst="rect">
            <a:avLst/>
          </a:prstGeom>
          <a:ln w="12700" cmpd="dbl">
            <a:solidFill>
              <a:schemeClr val="accent1"/>
            </a:solidFill>
          </a:ln>
        </p:spPr>
        <p:txBody>
          <a:bodyPr vert="horz">
            <a:normAutofit fontScale="47500" lnSpcReduction="2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Char char=""/>
              <a:defRPr sz="29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  <a:defRPr sz="2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/>
              <a:buChar char=""/>
              <a:defRPr sz="23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/>
              <a:buChar char=""/>
              <a:defRPr sz="20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/>
              <a:buChar char=""/>
              <a:defRPr sz="20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40000"/>
              </a:lnSpc>
              <a:buClr>
                <a:srgbClr val="0070C0"/>
              </a:buClr>
              <a:buSzPct val="100000"/>
              <a:buNone/>
              <a:defRPr/>
            </a:pPr>
            <a:r>
              <a:rPr lang="zh-CN" altLang="en-US" sz="4600" b="1" dirty="0">
                <a:latin typeface="Arial" panose="020B0604020202090204" pitchFamily="34" charset="0"/>
                <a:cs typeface="Arial" panose="020B0604020202090204" pitchFamily="34" charset="0"/>
              </a:rPr>
              <a:t>按收集方法</a:t>
            </a:r>
            <a:endParaRPr lang="en-US" altLang="zh-CN" sz="46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indent="-447675" algn="just">
              <a:lnSpc>
                <a:spcPct val="14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3500" dirty="0">
                <a:latin typeface="Arial" panose="020B0604020202090204" pitchFamily="34" charset="0"/>
                <a:cs typeface="Arial" panose="020B0604020202090204" pitchFamily="34" charset="0"/>
              </a:rPr>
              <a:t>观测的数据</a:t>
            </a:r>
            <a:r>
              <a:rPr lang="en-US" altLang="zh-CN" sz="3500" dirty="0">
                <a:latin typeface="Arial" panose="020B0604020202090204" pitchFamily="34" charset="0"/>
                <a:cs typeface="Arial" panose="020B0604020202090204" pitchFamily="34" charset="0"/>
              </a:rPr>
              <a:t>(observational data) </a:t>
            </a:r>
            <a:endParaRPr lang="en-US" altLang="zh-CN" sz="35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 algn="just">
              <a:lnSpc>
                <a:spcPct val="14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900" dirty="0">
                <a:latin typeface="Arial" panose="020B0604020202090204" pitchFamily="34" charset="0"/>
                <a:cs typeface="Arial" panose="020B0604020202090204" pitchFamily="34" charset="0"/>
              </a:rPr>
              <a:t>通过调查或观测而收集到的数据</a:t>
            </a:r>
            <a:endParaRPr lang="zh-CN" altLang="en-US" sz="29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 algn="just">
              <a:lnSpc>
                <a:spcPct val="14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900" dirty="0">
                <a:latin typeface="Arial" panose="020B0604020202090204" pitchFamily="34" charset="0"/>
                <a:cs typeface="Arial" panose="020B0604020202090204" pitchFamily="34" charset="0"/>
              </a:rPr>
              <a:t>在没有对事物人为控制的条件下而得到的</a:t>
            </a:r>
            <a:endParaRPr lang="zh-CN" altLang="en-US" sz="29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 algn="just">
              <a:lnSpc>
                <a:spcPct val="14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900" dirty="0">
                <a:latin typeface="Arial" panose="020B0604020202090204" pitchFamily="34" charset="0"/>
                <a:cs typeface="Arial" panose="020B0604020202090204" pitchFamily="34" charset="0"/>
              </a:rPr>
              <a:t>有关社会经济现象的统计数据几乎都是观测数据</a:t>
            </a:r>
            <a:endParaRPr lang="zh-CN" altLang="en-US" sz="29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indent="-447675" algn="just">
              <a:lnSpc>
                <a:spcPct val="14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3600" dirty="0">
                <a:latin typeface="Arial" panose="020B0604020202090204" pitchFamily="34" charset="0"/>
                <a:cs typeface="Arial" panose="020B0604020202090204" pitchFamily="34" charset="0"/>
              </a:rPr>
              <a:t>实验的数据</a:t>
            </a:r>
            <a:r>
              <a:rPr lang="en-US" altLang="zh-CN" sz="3600" dirty="0">
                <a:latin typeface="Arial" panose="020B0604020202090204" pitchFamily="34" charset="0"/>
                <a:cs typeface="Arial" panose="020B0604020202090204" pitchFamily="34" charset="0"/>
              </a:rPr>
              <a:t>(experimental data) </a:t>
            </a:r>
            <a:endParaRPr lang="en-US" altLang="zh-CN" sz="36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 algn="just">
              <a:lnSpc>
                <a:spcPct val="14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900" dirty="0">
                <a:latin typeface="Arial" panose="020B0604020202090204" pitchFamily="34" charset="0"/>
                <a:cs typeface="Arial" panose="020B0604020202090204" pitchFamily="34" charset="0"/>
              </a:rPr>
              <a:t>在实验中控制实验对象而收集到的数据</a:t>
            </a:r>
            <a:endParaRPr lang="zh-CN" altLang="en-US" sz="29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 algn="just">
              <a:lnSpc>
                <a:spcPct val="14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900" dirty="0">
                <a:latin typeface="Arial" panose="020B0604020202090204" pitchFamily="34" charset="0"/>
                <a:cs typeface="Arial" panose="020B0604020202090204" pitchFamily="34" charset="0"/>
              </a:rPr>
              <a:t>自然科学领域的数据大多数都为实验数据</a:t>
            </a:r>
            <a:endParaRPr lang="zh-CN" altLang="en-US" sz="29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0" name="Content Placeholder 8"/>
          <p:cNvSpPr txBox="1"/>
          <p:nvPr/>
        </p:nvSpPr>
        <p:spPr>
          <a:xfrm>
            <a:off x="7968208" y="1556792"/>
            <a:ext cx="3456384" cy="4608512"/>
          </a:xfrm>
          <a:prstGeom prst="rect">
            <a:avLst/>
          </a:prstGeom>
          <a:ln w="12700" cmpd="dbl">
            <a:solidFill>
              <a:schemeClr val="accent1"/>
            </a:solidFill>
          </a:ln>
        </p:spPr>
        <p:txBody>
          <a:bodyPr vert="horz">
            <a:normAutofit fontScale="70000" lnSpcReduction="2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Char char=""/>
              <a:defRPr sz="29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  <a:defRPr sz="2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/>
              <a:buChar char=""/>
              <a:defRPr sz="23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/>
              <a:buChar char=""/>
              <a:defRPr sz="20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/>
              <a:buChar char=""/>
              <a:defRPr sz="20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40000"/>
              </a:lnSpc>
              <a:buClr>
                <a:srgbClr val="0070C0"/>
              </a:buClr>
              <a:buSzPct val="100000"/>
              <a:buNone/>
              <a:defRPr/>
            </a:pPr>
            <a:r>
              <a:rPr lang="zh-CN" altLang="en-US" sz="4600" b="1" dirty="0">
                <a:latin typeface="Arial" panose="020B0604020202090204" pitchFamily="34" charset="0"/>
                <a:cs typeface="Arial" panose="020B0604020202090204" pitchFamily="34" charset="0"/>
              </a:rPr>
              <a:t>按时间状况</a:t>
            </a:r>
            <a:endParaRPr lang="en-US" altLang="zh-CN" sz="46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indent="-447675" algn="just">
              <a:lnSpc>
                <a:spcPct val="14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截面数据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(cross-sectional data) 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 algn="just">
              <a:lnSpc>
                <a:spcPct val="14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300" dirty="0">
                <a:latin typeface="Arial" panose="020B0604020202090204" pitchFamily="34" charset="0"/>
                <a:cs typeface="Arial" panose="020B0604020202090204" pitchFamily="34" charset="0"/>
              </a:rPr>
              <a:t>在相同或近似相同的时间点上收集的数据</a:t>
            </a:r>
            <a:endParaRPr lang="zh-CN" altLang="en-US" sz="23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 algn="just">
              <a:lnSpc>
                <a:spcPct val="14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300" dirty="0">
                <a:latin typeface="Arial" panose="020B0604020202090204" pitchFamily="34" charset="0"/>
                <a:cs typeface="Arial" panose="020B0604020202090204" pitchFamily="34" charset="0"/>
              </a:rPr>
              <a:t>描述现象在某一时刻的变化情况</a:t>
            </a:r>
            <a:endParaRPr lang="zh-CN" altLang="en-US" sz="23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indent="-447675" algn="just">
              <a:lnSpc>
                <a:spcPct val="14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时间序列数据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(time series data) 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 algn="just">
              <a:lnSpc>
                <a:spcPct val="14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300" dirty="0">
                <a:latin typeface="Arial" panose="020B0604020202090204" pitchFamily="34" charset="0"/>
                <a:cs typeface="Arial" panose="020B0604020202090204" pitchFamily="34" charset="0"/>
              </a:rPr>
              <a:t>在不同时间上收集到的数据</a:t>
            </a:r>
            <a:endParaRPr lang="zh-CN" altLang="en-US" sz="23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 algn="just">
              <a:lnSpc>
                <a:spcPct val="14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300" dirty="0">
                <a:latin typeface="Arial" panose="020B0604020202090204" pitchFamily="34" charset="0"/>
                <a:cs typeface="Arial" panose="020B0604020202090204" pitchFamily="34" charset="0"/>
              </a:rPr>
              <a:t>描述现象随时间变化的情况</a:t>
            </a:r>
            <a:endParaRPr lang="zh-CN" altLang="en-US" sz="23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CN" sz="3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  </a:t>
            </a:r>
            <a:r>
              <a:rPr lang="zh-CN" altLang="en-US" sz="3000" b="1" dirty="0">
                <a:solidFill>
                  <a:srgbClr val="4F27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统计数据的类型</a:t>
            </a:r>
            <a:endParaRPr lang="zh-CN" altLang="en-US" sz="3000" b="1" dirty="0">
              <a:solidFill>
                <a:srgbClr val="4F27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6"/>
          <p:cNvSpPr/>
          <p:nvPr/>
        </p:nvSpPr>
        <p:spPr bwMode="white">
          <a:xfrm>
            <a:off x="1991544" y="909918"/>
            <a:ext cx="10200456" cy="4308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just"/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不同角度的分类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图示 10"/>
          <p:cNvGraphicFramePr/>
          <p:nvPr/>
        </p:nvGraphicFramePr>
        <p:xfrm>
          <a:off x="1008112" y="1412776"/>
          <a:ext cx="10200456" cy="4824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CN" sz="3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  </a:t>
            </a:r>
            <a:r>
              <a:rPr lang="zh-CN" altLang="en-US" sz="3000" b="1" dirty="0">
                <a:solidFill>
                  <a:srgbClr val="4F27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统计中的几个基本概念</a:t>
            </a:r>
            <a:endParaRPr lang="zh-CN" altLang="en-US" sz="3000" b="1" dirty="0">
              <a:solidFill>
                <a:srgbClr val="4F27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2"/>
          </p:nvPr>
        </p:nvSpPr>
        <p:spPr>
          <a:xfrm>
            <a:off x="623392" y="1556792"/>
            <a:ext cx="5184576" cy="4608512"/>
          </a:xfrm>
          <a:ln w="12700" cmpd="dbl">
            <a:solidFill>
              <a:schemeClr val="accent1"/>
            </a:solidFill>
          </a:ln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70000"/>
              </a:lnSpc>
              <a:buClr>
                <a:srgbClr val="0070C0"/>
              </a:buClr>
              <a:buSzPct val="100000"/>
              <a:buNone/>
              <a:defRPr/>
            </a:pPr>
            <a:r>
              <a:rPr lang="zh-CN" altLang="en-US" sz="2600" b="1" dirty="0">
                <a:latin typeface="Arial" panose="020B0604020202090204" pitchFamily="34" charset="0"/>
                <a:cs typeface="Arial" panose="020B0604020202090204" pitchFamily="34" charset="0"/>
              </a:rPr>
              <a:t>总体</a:t>
            </a:r>
            <a:r>
              <a:rPr lang="en-US" altLang="zh-CN" sz="2600" b="1" dirty="0">
                <a:latin typeface="Arial" panose="020B0604020202090204" pitchFamily="34" charset="0"/>
                <a:cs typeface="Arial" panose="020B0604020202090204" pitchFamily="34" charset="0"/>
              </a:rPr>
              <a:t>(population)</a:t>
            </a:r>
            <a:endParaRPr lang="en-US" altLang="zh-CN" sz="26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lvl="1" indent="-447675" algn="just">
              <a:lnSpc>
                <a:spcPct val="170000"/>
              </a:lnSpc>
              <a:spcBef>
                <a:spcPts val="700"/>
              </a:spcBef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所研究的全部个体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(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数据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) 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的集合，其中的每一个个体也称为元素</a:t>
            </a:r>
            <a:endParaRPr lang="zh-CN" alt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lvl="1" indent="-447675" algn="just">
              <a:lnSpc>
                <a:spcPct val="170000"/>
              </a:lnSpc>
              <a:spcBef>
                <a:spcPts val="700"/>
              </a:spcBef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分为有限总体和无限总体</a:t>
            </a:r>
            <a:endParaRPr lang="zh-CN" alt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>
              <a:lnSpc>
                <a:spcPct val="17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300" dirty="0">
                <a:latin typeface="Arial" panose="020B0604020202090204" pitchFamily="34" charset="0"/>
                <a:cs typeface="Arial" panose="020B0604020202090204" pitchFamily="34" charset="0"/>
              </a:rPr>
              <a:t>有限总体的范围能够明确确定，且元素的数目是有限的</a:t>
            </a:r>
            <a:endParaRPr lang="zh-CN" altLang="en-US" sz="23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>
              <a:lnSpc>
                <a:spcPct val="17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300" dirty="0">
                <a:latin typeface="Arial" panose="020B0604020202090204" pitchFamily="34" charset="0"/>
                <a:cs typeface="Arial" panose="020B0604020202090204" pitchFamily="34" charset="0"/>
              </a:rPr>
              <a:t>无限总体所包括的元素是无限的，不可数的</a:t>
            </a:r>
            <a:endParaRPr lang="zh-CN" altLang="en-US" sz="23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 algn="just">
              <a:lnSpc>
                <a:spcPct val="170000"/>
              </a:lnSpc>
              <a:buClr>
                <a:srgbClr val="0070C0"/>
              </a:buClr>
              <a:buSzPct val="100000"/>
              <a:buNone/>
              <a:defRPr/>
            </a:pPr>
            <a:r>
              <a:rPr lang="zh-CN" altLang="en-US" sz="2600" b="1" dirty="0">
                <a:latin typeface="Arial" panose="020B0604020202090204" pitchFamily="34" charset="0"/>
                <a:cs typeface="Arial" panose="020B0604020202090204" pitchFamily="34" charset="0"/>
              </a:rPr>
              <a:t>样本 </a:t>
            </a:r>
            <a:r>
              <a:rPr lang="en-US" altLang="zh-CN" sz="2600" b="1" dirty="0">
                <a:latin typeface="Arial" panose="020B0604020202090204" pitchFamily="34" charset="0"/>
                <a:cs typeface="Arial" panose="020B0604020202090204" pitchFamily="34" charset="0"/>
              </a:rPr>
              <a:t>(sample)</a:t>
            </a:r>
            <a:endParaRPr lang="en-US" altLang="zh-CN" sz="26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lvl="1" indent="-447675" algn="just">
              <a:lnSpc>
                <a:spcPct val="170000"/>
              </a:lnSpc>
              <a:spcBef>
                <a:spcPts val="700"/>
              </a:spcBef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从总体中抽取的一部分元素的集合</a:t>
            </a:r>
            <a:endParaRPr lang="zh-CN" alt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lvl="1" indent="-447675" algn="just">
              <a:lnSpc>
                <a:spcPct val="170000"/>
              </a:lnSpc>
              <a:spcBef>
                <a:spcPts val="700"/>
              </a:spcBef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构成样本的元素的数目称为样本容量或样本量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(sample size)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" name="Rectangle 6"/>
          <p:cNvSpPr/>
          <p:nvPr/>
        </p:nvSpPr>
        <p:spPr bwMode="white">
          <a:xfrm>
            <a:off x="1991544" y="909918"/>
            <a:ext cx="10200456" cy="4308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just"/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总体和样本、参数和统计量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Content Placeholder 8"/>
          <p:cNvSpPr txBox="1"/>
          <p:nvPr/>
        </p:nvSpPr>
        <p:spPr>
          <a:xfrm>
            <a:off x="5951984" y="1556792"/>
            <a:ext cx="5616624" cy="4608512"/>
          </a:xfrm>
          <a:prstGeom prst="rect">
            <a:avLst/>
          </a:prstGeom>
          <a:ln w="12700" cmpd="dbl">
            <a:solidFill>
              <a:schemeClr val="accent1"/>
            </a:solidFill>
          </a:ln>
        </p:spPr>
        <p:txBody>
          <a:bodyPr vert="horz">
            <a:normAutofit fontScale="92500" lnSpcReduction="2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rgbClr val="0070C0"/>
              </a:buClr>
              <a:buSzPct val="100000"/>
              <a:buNone/>
              <a:defRPr/>
            </a:pPr>
            <a:r>
              <a:rPr lang="zh-CN" altLang="en-US" sz="1700" b="1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参数</a:t>
            </a:r>
            <a:r>
              <a:rPr lang="en-US" altLang="zh-CN" sz="1700" b="1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(parameter)</a:t>
            </a:r>
            <a:endParaRPr lang="en-US" altLang="zh-CN" sz="1700" b="1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  <a:p>
            <a:pPr marL="447675" lvl="1" indent="-447675" algn="just">
              <a:lnSpc>
                <a:spcPct val="150000"/>
              </a:lnSpc>
              <a:spcBef>
                <a:spcPts val="700"/>
              </a:spcBef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描述总体特征的概括性数字度量，是研究者想要了解的总体的某种特征值</a:t>
            </a:r>
            <a:endParaRPr lang="zh-CN" altLang="en-US" sz="1700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  <a:p>
            <a:pPr marL="447675" lvl="1" indent="-447675" algn="just">
              <a:lnSpc>
                <a:spcPct val="150000"/>
              </a:lnSpc>
              <a:spcBef>
                <a:spcPts val="700"/>
              </a:spcBef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所关心的参数主要有总体均值</a:t>
            </a:r>
            <a:r>
              <a:rPr lang="en-US" altLang="zh-CN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(</a:t>
            </a:r>
            <a:r>
              <a:rPr lang="en-US" altLang="zh-CN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  <a:sym typeface="Symbol" panose="05050102010706020507" pitchFamily="18" charset="2"/>
              </a:rPr>
              <a:t>)</a:t>
            </a:r>
            <a:r>
              <a:rPr lang="zh-CN" altLang="en-US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、标准差</a:t>
            </a:r>
            <a:r>
              <a:rPr lang="en-US" altLang="zh-CN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(</a:t>
            </a:r>
            <a:r>
              <a:rPr lang="en-US" altLang="zh-CN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)</a:t>
            </a:r>
            <a:r>
              <a:rPr lang="zh-CN" altLang="en-US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、总体比例</a:t>
            </a:r>
            <a:r>
              <a:rPr lang="en-US" altLang="zh-CN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(</a:t>
            </a:r>
            <a:r>
              <a:rPr lang="en-US" altLang="zh-CN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  <a:sym typeface="Symbol" panose="05050102010706020507" pitchFamily="18" charset="2"/>
              </a:rPr>
              <a:t>)</a:t>
            </a:r>
            <a:r>
              <a:rPr lang="zh-CN" altLang="en-US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等</a:t>
            </a:r>
            <a:endParaRPr lang="zh-CN" altLang="en-US" sz="1700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  <a:p>
            <a:pPr marL="447675" lvl="1" indent="-447675" algn="just">
              <a:lnSpc>
                <a:spcPct val="150000"/>
              </a:lnSpc>
              <a:spcBef>
                <a:spcPts val="700"/>
              </a:spcBef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总体参数通常用希腊字母表示 </a:t>
            </a:r>
            <a:endParaRPr lang="zh-CN" altLang="en-US" sz="1700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  <a:p>
            <a:pPr marL="0" indent="0" algn="just">
              <a:lnSpc>
                <a:spcPct val="150000"/>
              </a:lnSpc>
              <a:buClr>
                <a:srgbClr val="0070C0"/>
              </a:buClr>
              <a:buSzPct val="100000"/>
              <a:buNone/>
              <a:defRPr/>
            </a:pPr>
            <a:r>
              <a:rPr lang="zh-CN" altLang="en-US" sz="1700" b="1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统计量</a:t>
            </a:r>
            <a:r>
              <a:rPr lang="en-US" altLang="zh-CN" sz="1700" b="1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(statistic)</a:t>
            </a:r>
            <a:endParaRPr lang="en-US" altLang="zh-CN" sz="1700" b="1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  <a:p>
            <a:pPr marL="447675" lvl="1" indent="-447675" algn="just">
              <a:lnSpc>
                <a:spcPct val="150000"/>
              </a:lnSpc>
              <a:spcBef>
                <a:spcPts val="700"/>
              </a:spcBef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用来描述样本特征的概括性数字度量，它是根据样本数据计算出来的一些量，是样本的函数</a:t>
            </a:r>
            <a:endParaRPr lang="zh-CN" altLang="en-US" sz="1700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  <a:p>
            <a:pPr marL="447675" lvl="1" indent="-447675" algn="just">
              <a:lnSpc>
                <a:spcPct val="150000"/>
              </a:lnSpc>
              <a:spcBef>
                <a:spcPts val="700"/>
              </a:spcBef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所关心的样本统计量有样本均值</a:t>
            </a:r>
            <a:r>
              <a:rPr lang="en-US" altLang="zh-CN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(</a:t>
            </a:r>
            <a:r>
              <a:rPr lang="en-US" altLang="zh-CN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  <a:sym typeface="Symbol" panose="05050102010706020507" pitchFamily="18" charset="2"/>
              </a:rPr>
              <a:t></a:t>
            </a:r>
            <a:r>
              <a:rPr lang="en-US" altLang="zh-CN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x)</a:t>
            </a:r>
            <a:r>
              <a:rPr lang="zh-CN" altLang="en-US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、样本标准差</a:t>
            </a:r>
            <a:r>
              <a:rPr lang="en-US" altLang="zh-CN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(s)</a:t>
            </a:r>
            <a:r>
              <a:rPr lang="zh-CN" altLang="en-US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、样本比例</a:t>
            </a:r>
            <a:r>
              <a:rPr lang="en-US" altLang="zh-CN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(p)</a:t>
            </a:r>
            <a:r>
              <a:rPr lang="zh-CN" altLang="en-US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等</a:t>
            </a:r>
            <a:endParaRPr lang="zh-CN" altLang="en-US" sz="1700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  <a:p>
            <a:pPr marL="447675" lvl="1" indent="-447675" algn="just">
              <a:lnSpc>
                <a:spcPct val="150000"/>
              </a:lnSpc>
              <a:spcBef>
                <a:spcPts val="700"/>
              </a:spcBef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1700" dirty="0">
                <a:latin typeface="Arial" panose="020B0604020202090204" pitchFamily="34" charset="0"/>
                <a:ea typeface="华文细黑" panose="02010600040101010101" pitchFamily="2" charset="-122"/>
                <a:cs typeface="Arial" panose="020B0604020202090204" pitchFamily="34" charset="0"/>
              </a:rPr>
              <a:t>样本统计量通常用小写英文字母来表示 </a:t>
            </a:r>
            <a:endParaRPr lang="zh-CN" altLang="en-US" sz="1700" dirty="0">
              <a:latin typeface="Arial" panose="020B0604020202090204" pitchFamily="34" charset="0"/>
              <a:ea typeface="华文细黑" panose="02010600040101010101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CN" sz="3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  </a:t>
            </a:r>
            <a:r>
              <a:rPr lang="zh-CN" altLang="en-US" sz="3000" b="1" dirty="0">
                <a:solidFill>
                  <a:srgbClr val="4F27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统计中的几个基本概念</a:t>
            </a:r>
            <a:endParaRPr lang="zh-CN" altLang="en-US" sz="3000" b="1" dirty="0">
              <a:solidFill>
                <a:srgbClr val="4F27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2"/>
          </p:nvPr>
        </p:nvSpPr>
        <p:spPr>
          <a:xfrm>
            <a:off x="6023992" y="1585219"/>
            <a:ext cx="5472608" cy="4608512"/>
          </a:xfrm>
          <a:ln w="12700" cmpd="dbl">
            <a:solidFill>
              <a:schemeClr val="accent1"/>
            </a:solidFill>
          </a:ln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70000"/>
              </a:lnSpc>
              <a:buClr>
                <a:srgbClr val="0070C0"/>
              </a:buClr>
              <a:buSzPct val="100000"/>
              <a:buNone/>
              <a:defRPr/>
            </a:pPr>
            <a:r>
              <a:rPr lang="zh-CN" altLang="zh-CN" sz="2500" b="1" dirty="0">
                <a:latin typeface="Arial" panose="020B0604020202090204" pitchFamily="34" charset="0"/>
                <a:cs typeface="Arial" panose="020B0604020202090204" pitchFamily="34" charset="0"/>
              </a:rPr>
              <a:t>变量</a:t>
            </a:r>
            <a:r>
              <a:rPr lang="en-US" altLang="zh-CN" sz="2500" b="1" dirty="0">
                <a:latin typeface="Arial" panose="020B0604020202090204" pitchFamily="34" charset="0"/>
                <a:cs typeface="Arial" panose="020B0604020202090204" pitchFamily="34" charset="0"/>
              </a:rPr>
              <a:t>(variable)</a:t>
            </a:r>
            <a:endParaRPr lang="en-US" altLang="zh-CN" sz="25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lvl="1" indent="-447675" algn="just">
              <a:lnSpc>
                <a:spcPct val="170000"/>
              </a:lnSpc>
              <a:spcBef>
                <a:spcPts val="700"/>
              </a:spcBef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2500" dirty="0">
                <a:latin typeface="Arial" panose="020B0604020202090204" pitchFamily="34" charset="0"/>
                <a:cs typeface="Arial" panose="020B0604020202090204" pitchFamily="34" charset="0"/>
              </a:rPr>
              <a:t>说明现象某种特征的概念</a:t>
            </a:r>
            <a:endParaRPr lang="zh-CN" altLang="en-US" sz="25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>
              <a:lnSpc>
                <a:spcPct val="17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300" dirty="0">
                <a:latin typeface="Arial" panose="020B0604020202090204" pitchFamily="34" charset="0"/>
                <a:cs typeface="Arial" panose="020B0604020202090204" pitchFamily="34" charset="0"/>
              </a:rPr>
              <a:t>如商品销售额、受教育程度、产品的质量等级等</a:t>
            </a:r>
            <a:endParaRPr lang="zh-CN" altLang="en-US" sz="23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>
              <a:lnSpc>
                <a:spcPct val="17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300" dirty="0">
                <a:latin typeface="Arial" panose="020B0604020202090204" pitchFamily="34" charset="0"/>
                <a:cs typeface="Arial" panose="020B0604020202090204" pitchFamily="34" charset="0"/>
              </a:rPr>
              <a:t>变量的具体表现称为变量值，即数据</a:t>
            </a:r>
            <a:endParaRPr lang="zh-CN" altLang="en-US" sz="23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47675" lvl="1" indent="-447675" algn="just">
              <a:lnSpc>
                <a:spcPct val="170000"/>
              </a:lnSpc>
              <a:spcBef>
                <a:spcPts val="700"/>
              </a:spcBef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变量可以分为</a:t>
            </a:r>
            <a:endParaRPr lang="zh-CN" alt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>
              <a:lnSpc>
                <a:spcPct val="17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300" dirty="0">
                <a:latin typeface="Arial" panose="020B0604020202090204" pitchFamily="34" charset="0"/>
                <a:cs typeface="Arial" panose="020B0604020202090204" pitchFamily="34" charset="0"/>
              </a:rPr>
              <a:t>分类变量</a:t>
            </a:r>
            <a:r>
              <a:rPr lang="en-US" altLang="zh-CN" sz="2300" dirty="0">
                <a:latin typeface="Arial" panose="020B0604020202090204" pitchFamily="34" charset="0"/>
                <a:cs typeface="Arial" panose="020B0604020202090204" pitchFamily="34" charset="0"/>
              </a:rPr>
              <a:t>(categorical variable) </a:t>
            </a:r>
            <a:r>
              <a:rPr lang="zh-CN" altLang="en-US" sz="2300" dirty="0">
                <a:latin typeface="Arial" panose="020B0604020202090204" pitchFamily="34" charset="0"/>
                <a:cs typeface="Arial" panose="020B0604020202090204" pitchFamily="34" charset="0"/>
              </a:rPr>
              <a:t>：说明事物类别的名称</a:t>
            </a:r>
            <a:endParaRPr lang="zh-CN" altLang="en-US" sz="23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716280" lvl="1" indent="-349250">
              <a:lnSpc>
                <a:spcPct val="170000"/>
              </a:lnSpc>
              <a:buClr>
                <a:srgbClr val="C00000"/>
              </a:buClr>
              <a:buFont typeface="Wingdings" panose="05000000000000000000"/>
              <a:buChar char="Ø"/>
              <a:defRPr/>
            </a:pPr>
            <a:r>
              <a:rPr lang="zh-CN" altLang="en-US" sz="2300" dirty="0">
                <a:latin typeface="Arial" panose="020B0604020202090204" pitchFamily="34" charset="0"/>
                <a:cs typeface="Arial" panose="020B0604020202090204" pitchFamily="34" charset="0"/>
              </a:rPr>
              <a:t>数值变量</a:t>
            </a:r>
            <a:r>
              <a:rPr lang="en-US" altLang="zh-CN" sz="2300" dirty="0">
                <a:latin typeface="Arial" panose="020B0604020202090204" pitchFamily="34" charset="0"/>
                <a:cs typeface="Arial" panose="020B0604020202090204" pitchFamily="34" charset="0"/>
              </a:rPr>
              <a:t>(metric variable) </a:t>
            </a:r>
            <a:r>
              <a:rPr lang="zh-CN" altLang="en-US" sz="2300" dirty="0">
                <a:latin typeface="Arial" panose="020B0604020202090204" pitchFamily="34" charset="0"/>
                <a:cs typeface="Arial" panose="020B0604020202090204" pitchFamily="34" charset="0"/>
              </a:rPr>
              <a:t>：说明事物数字特征的名称 </a:t>
            </a:r>
            <a:endParaRPr lang="zh-CN" altLang="en-US" sz="23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984250" lvl="2" indent="-268605" algn="just">
              <a:lnSpc>
                <a:spcPct val="90000"/>
              </a:lnSpc>
              <a:defRPr/>
            </a:pPr>
            <a:r>
              <a:rPr lang="zh-CN" altLang="en-US" sz="2000" dirty="0"/>
              <a:t>离散变量：取有限个值 </a:t>
            </a:r>
            <a:endParaRPr lang="zh-CN" altLang="en-US" sz="2000" dirty="0"/>
          </a:p>
          <a:p>
            <a:pPr marL="984250" lvl="2" indent="-268605" algn="just">
              <a:lnSpc>
                <a:spcPct val="90000"/>
              </a:lnSpc>
              <a:defRPr/>
            </a:pPr>
            <a:r>
              <a:rPr lang="zh-CN" altLang="en-US" sz="2000" dirty="0"/>
              <a:t>连续变量：可以取无穷多个值 </a:t>
            </a:r>
            <a:endParaRPr lang="zh-CN" altLang="en-US" sz="2000" dirty="0"/>
          </a:p>
        </p:txBody>
      </p:sp>
      <p:sp>
        <p:nvSpPr>
          <p:cNvPr id="8" name="Rectangle 6"/>
          <p:cNvSpPr/>
          <p:nvPr/>
        </p:nvSpPr>
        <p:spPr bwMode="white">
          <a:xfrm>
            <a:off x="1991544" y="909918"/>
            <a:ext cx="10200456" cy="4308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just"/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变量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TJ1-3.EPS" descr="id:2147508558;FounderCES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0" y="1585219"/>
            <a:ext cx="5184576" cy="4608511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</p:pic>
    </p:spTree>
  </p:cSld>
  <p:clrMapOvr>
    <a:masterClrMapping/>
  </p:clrMapOvr>
  <p:transition spd="slow">
    <p:wipe dir="r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AcademicPresentation1_TP10352479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用于大学课程的学术演示文稿（纸张和铅笔设计）</Template>
  <TotalTime>0</TotalTime>
  <Words>2315</Words>
  <Application>WPS 文字</Application>
  <PresentationFormat>宽屏</PresentationFormat>
  <Paragraphs>130</Paragraphs>
  <Slides>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汉仪旗黑</vt:lpstr>
      <vt:lpstr>华文细黑</vt:lpstr>
      <vt:lpstr>Wingdings</vt:lpstr>
      <vt:lpstr>Wingdings 2</vt:lpstr>
      <vt:lpstr>黑体-简</vt:lpstr>
      <vt:lpstr>Calibri</vt:lpstr>
      <vt:lpstr>Helvetica Neue</vt:lpstr>
      <vt:lpstr>Wingdings 2</vt:lpstr>
      <vt:lpstr>Tw Cen MT</vt:lpstr>
      <vt:lpstr>苹方-简</vt:lpstr>
      <vt:lpstr>Wingdings 3</vt:lpstr>
      <vt:lpstr>Symbol</vt:lpstr>
      <vt:lpstr>华文仿宋</vt:lpstr>
      <vt:lpstr>宋体</vt:lpstr>
      <vt:lpstr>Arial Unicode MS</vt:lpstr>
      <vt:lpstr>汉仪书宋二KW</vt:lpstr>
      <vt:lpstr>等线</vt:lpstr>
      <vt:lpstr>汉仪中等线KW</vt:lpstr>
      <vt:lpstr>Kingsoft Sign</vt:lpstr>
      <vt:lpstr>Symbol</vt:lpstr>
      <vt:lpstr>Tw Cen MT</vt:lpstr>
      <vt:lpstr>Wingdings</vt:lpstr>
      <vt:lpstr>Wingdings 2</vt:lpstr>
      <vt:lpstr>Wingdings 3</vt:lpstr>
      <vt:lpstr>华文细黑</vt:lpstr>
      <vt:lpstr>微软雅黑</vt:lpstr>
      <vt:lpstr>AcademicPresentation1_TP10352479</vt:lpstr>
      <vt:lpstr>PowerPoint 演示文稿</vt:lpstr>
      <vt:lpstr>导  读</vt:lpstr>
      <vt:lpstr>1.1   统计及其应用领域</vt:lpstr>
      <vt:lpstr>1.1   统计及其应用领域</vt:lpstr>
      <vt:lpstr>1.1   统计及其应用领域</vt:lpstr>
      <vt:lpstr>1.2   统计数据的类型</vt:lpstr>
      <vt:lpstr>1.2   统计数据的类型</vt:lpstr>
      <vt:lpstr>1.3   统计中的几个基本概念</vt:lpstr>
      <vt:lpstr>1.3   统计中的几个基本概念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统计学 （第8版）</dc:title>
  <dc:creator>jiajp99@126.com</dc:creator>
  <cp:lastModifiedBy>毛毛与妈妈</cp:lastModifiedBy>
  <cp:revision>52</cp:revision>
  <dcterms:created xsi:type="dcterms:W3CDTF">2026-09-15T12:16:09Z</dcterms:created>
  <dcterms:modified xsi:type="dcterms:W3CDTF">2026-09-15T12:16:09Z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TC101671252052</vt:lpwstr>
  </property>
  <property fmtid="{D5CDD505-2E9C-101B-9397-08002B2CF9AE}" pid="3" name="ContentTypeId">
    <vt:lpwstr>0x0101008D8B3457135D67479991424C624CBB4704002439B9162B2E88498A324BEFF3815221</vt:lpwstr>
  </property>
  <property fmtid="{D5CDD505-2E9C-101B-9397-08002B2CF9AE}" pid="4" name="ImageGenCounter">
    <vt:i4>0</vt:i4>
  </property>
  <property fmtid="{D5CDD505-2E9C-101B-9397-08002B2CF9AE}" pid="5" name="ViolationReportStatus">
    <vt:lpwstr>None</vt:lpwstr>
  </property>
  <property fmtid="{D5CDD505-2E9C-101B-9397-08002B2CF9AE}" pid="6" name="ImageGenStatus">
    <vt:i4>0</vt:i4>
  </property>
  <property fmtid="{D5CDD505-2E9C-101B-9397-08002B2CF9AE}" pid="7" name="PolicheckStatus">
    <vt:i4>0</vt:i4>
  </property>
  <property fmtid="{D5CDD505-2E9C-101B-9397-08002B2CF9AE}" pid="8" name="Applications">
    <vt:lpwstr>67;#Template 12;#53;#PowerPoint 12;#407;#PowerPoint 14</vt:lpwstr>
  </property>
  <property fmtid="{D5CDD505-2E9C-101B-9397-08002B2CF9AE}" pid="9" name="PolicheckCounter">
    <vt:i4>0</vt:i4>
  </property>
  <property fmtid="{D5CDD505-2E9C-101B-9397-08002B2CF9AE}" pid="10" name="APTrustLevel">
    <vt:r8>1</vt:r8>
  </property>
  <property fmtid="{D5CDD505-2E9C-101B-9397-08002B2CF9AE}" pid="11" name="Order">
    <vt:r8>6900900</vt:r8>
  </property>
  <property fmtid="{D5CDD505-2E9C-101B-9397-08002B2CF9AE}" pid="12" name="KSOProductBuildVer">
    <vt:lpwstr>2052-12.1.26046.26046</vt:lpwstr>
  </property>
  <property fmtid="{D5CDD505-2E9C-101B-9397-08002B2CF9AE}" pid="13" name="ICV">
    <vt:lpwstr>0292D00913BF14C8D7A4C666DEF8FFF9_42</vt:lpwstr>
  </property>
</Properties>
</file>